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sldIdLst>
    <p:sldId id="256" r:id="rId2"/>
    <p:sldId id="257" r:id="rId3"/>
    <p:sldId id="260" r:id="rId4"/>
    <p:sldId id="258" r:id="rId5"/>
    <p:sldId id="261" r:id="rId6"/>
    <p:sldId id="262" r:id="rId7"/>
    <p:sldId id="268" r:id="rId8"/>
    <p:sldId id="265" r:id="rId9"/>
    <p:sldId id="270" r:id="rId10"/>
    <p:sldId id="264" r:id="rId11"/>
    <p:sldId id="269" r:id="rId12"/>
    <p:sldId id="263" r:id="rId13"/>
    <p:sldId id="276" r:id="rId14"/>
    <p:sldId id="271" r:id="rId15"/>
    <p:sldId id="267" r:id="rId16"/>
    <p:sldId id="272" r:id="rId17"/>
    <p:sldId id="273" r:id="rId18"/>
    <p:sldId id="274" r:id="rId19"/>
    <p:sldId id="275" r:id="rId20"/>
    <p:sldId id="25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E3950D-A97D-4665-B316-3D9BB9FA52A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746A8473-86F5-4E34-9C1A-0AC97830AA80}">
      <dgm:prSet phldrT="[Text]"/>
      <dgm:spPr/>
      <dgm:t>
        <a:bodyPr/>
        <a:lstStyle/>
        <a:p>
          <a:pPr>
            <a:buNone/>
          </a:pPr>
          <a:r>
            <a:rPr lang="en-IN" dirty="0"/>
            <a:t>Summary of Existing Work</a:t>
          </a:r>
        </a:p>
      </dgm:t>
    </dgm:pt>
    <dgm:pt modelId="{06FEC664-D0C2-4D7C-84FD-D1F61AE13379}" type="parTrans" cxnId="{1D13E02B-6C2D-4E2A-8198-B53482C08CA1}">
      <dgm:prSet/>
      <dgm:spPr/>
      <dgm:t>
        <a:bodyPr/>
        <a:lstStyle/>
        <a:p>
          <a:endParaRPr lang="en-IN"/>
        </a:p>
      </dgm:t>
    </dgm:pt>
    <dgm:pt modelId="{3F3AB38E-B0FD-495B-ACC6-99BC58BD9192}" type="sibTrans" cxnId="{1D13E02B-6C2D-4E2A-8198-B53482C08CA1}">
      <dgm:prSet/>
      <dgm:spPr/>
      <dgm:t>
        <a:bodyPr/>
        <a:lstStyle/>
        <a:p>
          <a:endParaRPr lang="en-IN"/>
        </a:p>
      </dgm:t>
    </dgm:pt>
    <dgm:pt modelId="{92503FF5-8784-43B0-BBD7-60DD3B3B5616}">
      <dgm:prSet phldrT="[Text]"/>
      <dgm:spPr/>
      <dgm:t>
        <a:bodyPr/>
        <a:lstStyle/>
        <a:p>
          <a:pPr>
            <a:buNone/>
          </a:pPr>
          <a:r>
            <a:rPr lang="en-US" dirty="0"/>
            <a:t>Earlier systems used manual features, while modern approaches rely on deep learning models for emotion recognition. </a:t>
          </a:r>
          <a:endParaRPr lang="en-IN" dirty="0"/>
        </a:p>
      </dgm:t>
    </dgm:pt>
    <dgm:pt modelId="{1230C6D8-2017-495A-821B-0EB6037702EF}" type="parTrans" cxnId="{910908E3-A8B8-422C-90C7-6BE43F110B63}">
      <dgm:prSet/>
      <dgm:spPr/>
      <dgm:t>
        <a:bodyPr/>
        <a:lstStyle/>
        <a:p>
          <a:endParaRPr lang="en-IN"/>
        </a:p>
      </dgm:t>
    </dgm:pt>
    <dgm:pt modelId="{A3858C7D-1138-4CB9-BCAE-F329417CC721}" type="sibTrans" cxnId="{910908E3-A8B8-422C-90C7-6BE43F110B63}">
      <dgm:prSet/>
      <dgm:spPr/>
      <dgm:t>
        <a:bodyPr/>
        <a:lstStyle/>
        <a:p>
          <a:endParaRPr lang="en-IN"/>
        </a:p>
      </dgm:t>
    </dgm:pt>
    <dgm:pt modelId="{1BE72C36-0005-4928-AF71-F0489117DB1C}">
      <dgm:prSet phldrT="[Text]"/>
      <dgm:spPr/>
      <dgm:t>
        <a:bodyPr/>
        <a:lstStyle/>
        <a:p>
          <a:pPr>
            <a:buNone/>
          </a:pPr>
          <a:r>
            <a:rPr lang="en-IN" dirty="0"/>
            <a:t>Key Findings</a:t>
          </a:r>
        </a:p>
      </dgm:t>
    </dgm:pt>
    <dgm:pt modelId="{996D0424-B0E0-474D-B436-FD71B19354D1}" type="parTrans" cxnId="{29D60073-7555-40C7-803A-2D1F2849018F}">
      <dgm:prSet/>
      <dgm:spPr/>
      <dgm:t>
        <a:bodyPr/>
        <a:lstStyle/>
        <a:p>
          <a:endParaRPr lang="en-IN"/>
        </a:p>
      </dgm:t>
    </dgm:pt>
    <dgm:pt modelId="{699641B6-89B4-4646-B229-85B214C2BD70}" type="sibTrans" cxnId="{29D60073-7555-40C7-803A-2D1F2849018F}">
      <dgm:prSet/>
      <dgm:spPr/>
      <dgm:t>
        <a:bodyPr/>
        <a:lstStyle/>
        <a:p>
          <a:endParaRPr lang="en-IN"/>
        </a:p>
      </dgm:t>
    </dgm:pt>
    <dgm:pt modelId="{1E776078-7D68-44DA-890D-3908C9EC5D11}">
      <dgm:prSet phldrT="[Text]"/>
      <dgm:spPr/>
      <dgm:t>
        <a:bodyPr/>
        <a:lstStyle/>
        <a:p>
          <a:pPr>
            <a:buNone/>
          </a:pPr>
          <a:r>
            <a:rPr lang="en-US" dirty="0"/>
            <a:t>Standard datasets like FER-2013 and CK+ are widely used to classify emotions into seven categories. </a:t>
          </a:r>
          <a:endParaRPr lang="en-IN" dirty="0"/>
        </a:p>
      </dgm:t>
    </dgm:pt>
    <dgm:pt modelId="{92A851D0-6322-43EE-A013-C28EC8757B63}" type="parTrans" cxnId="{37E81B0D-CFFE-4B07-991B-EFAF01D0E410}">
      <dgm:prSet/>
      <dgm:spPr/>
      <dgm:t>
        <a:bodyPr/>
        <a:lstStyle/>
        <a:p>
          <a:endParaRPr lang="en-IN"/>
        </a:p>
      </dgm:t>
    </dgm:pt>
    <dgm:pt modelId="{8B273A14-3543-4D68-9EF1-2E19894B5429}" type="sibTrans" cxnId="{37E81B0D-CFFE-4B07-991B-EFAF01D0E410}">
      <dgm:prSet/>
      <dgm:spPr/>
      <dgm:t>
        <a:bodyPr/>
        <a:lstStyle/>
        <a:p>
          <a:endParaRPr lang="en-IN"/>
        </a:p>
      </dgm:t>
    </dgm:pt>
    <dgm:pt modelId="{D3D348FC-CE20-4DFF-9F51-B433A3279DA5}">
      <dgm:prSet phldrT="[Text]"/>
      <dgm:spPr/>
      <dgm:t>
        <a:bodyPr/>
        <a:lstStyle/>
        <a:p>
          <a:pPr>
            <a:buNone/>
          </a:pPr>
          <a:r>
            <a:rPr lang="en-US" dirty="0"/>
            <a:t>Transfer learning with pre-trained models helps improve accuracy using large-scale facial data.</a:t>
          </a:r>
          <a:endParaRPr lang="en-IN" dirty="0"/>
        </a:p>
      </dgm:t>
    </dgm:pt>
    <dgm:pt modelId="{2D2E2B7D-6985-40F7-A53C-C1B384F4C733}" type="parTrans" cxnId="{C84258BC-4E0B-4D89-B558-8293CDD54866}">
      <dgm:prSet/>
      <dgm:spPr/>
      <dgm:t>
        <a:bodyPr/>
        <a:lstStyle/>
        <a:p>
          <a:endParaRPr lang="en-IN"/>
        </a:p>
      </dgm:t>
    </dgm:pt>
    <dgm:pt modelId="{3D69FF1D-84DA-45B7-BF60-806D13AA282D}" type="sibTrans" cxnId="{C84258BC-4E0B-4D89-B558-8293CDD54866}">
      <dgm:prSet/>
      <dgm:spPr/>
      <dgm:t>
        <a:bodyPr/>
        <a:lstStyle/>
        <a:p>
          <a:endParaRPr lang="en-IN"/>
        </a:p>
      </dgm:t>
    </dgm:pt>
    <dgm:pt modelId="{0D0FDA45-99B4-4686-BFDA-C0FF67053019}">
      <dgm:prSet phldrT="[Text]"/>
      <dgm:spPr/>
      <dgm:t>
        <a:bodyPr/>
        <a:lstStyle/>
        <a:p>
          <a:pPr>
            <a:buNone/>
          </a:pPr>
          <a:r>
            <a:rPr lang="en-US" dirty="0"/>
            <a:t>CNN layers learn basic features first and complex facial patterns like expressions in deeper layers. </a:t>
          </a:r>
          <a:endParaRPr lang="en-IN" dirty="0"/>
        </a:p>
      </dgm:t>
    </dgm:pt>
    <dgm:pt modelId="{E2CC884C-7F61-4C4C-A1EA-2A42CF2CDE4F}" type="parTrans" cxnId="{0E36B46F-4FCD-4DE0-8054-82D8B7737904}">
      <dgm:prSet/>
      <dgm:spPr/>
      <dgm:t>
        <a:bodyPr/>
        <a:lstStyle/>
        <a:p>
          <a:endParaRPr lang="en-IN"/>
        </a:p>
      </dgm:t>
    </dgm:pt>
    <dgm:pt modelId="{8C21FF1B-1C79-4F1B-BD0A-394CD4AC48F4}" type="sibTrans" cxnId="{0E36B46F-4FCD-4DE0-8054-82D8B7737904}">
      <dgm:prSet/>
      <dgm:spPr/>
      <dgm:t>
        <a:bodyPr/>
        <a:lstStyle/>
        <a:p>
          <a:endParaRPr lang="en-IN"/>
        </a:p>
      </dgm:t>
    </dgm:pt>
    <dgm:pt modelId="{996FD7AE-269A-4306-AB82-8056E467D3BB}">
      <dgm:prSet phldrT="[Text]"/>
      <dgm:spPr/>
      <dgm:t>
        <a:bodyPr/>
        <a:lstStyle/>
        <a:p>
          <a:pPr>
            <a:buNone/>
          </a:pPr>
          <a:r>
            <a:rPr lang="en-IN" dirty="0"/>
            <a:t>Limitations / Gaps in Existing Solutions</a:t>
          </a:r>
        </a:p>
      </dgm:t>
    </dgm:pt>
    <dgm:pt modelId="{4E7FDB9C-59E2-4241-9868-88E75C90AE91}" type="parTrans" cxnId="{D84A4226-3260-45E3-B7F2-17A92CFD3E6F}">
      <dgm:prSet/>
      <dgm:spPr/>
      <dgm:t>
        <a:bodyPr/>
        <a:lstStyle/>
        <a:p>
          <a:endParaRPr lang="en-IN"/>
        </a:p>
      </dgm:t>
    </dgm:pt>
    <dgm:pt modelId="{3038CA55-77BF-45C0-9FBE-99DCE975758D}" type="sibTrans" cxnId="{D84A4226-3260-45E3-B7F2-17A92CFD3E6F}">
      <dgm:prSet/>
      <dgm:spPr/>
      <dgm:t>
        <a:bodyPr/>
        <a:lstStyle/>
        <a:p>
          <a:endParaRPr lang="en-IN"/>
        </a:p>
      </dgm:t>
    </dgm:pt>
    <dgm:pt modelId="{1509FC9B-4693-43DC-AAB1-56E6DA04F453}">
      <dgm:prSet phldrT="[Text]"/>
      <dgm:spPr/>
      <dgm:t>
        <a:bodyPr/>
        <a:lstStyle/>
        <a:p>
          <a:pPr>
            <a:buNone/>
          </a:pPr>
          <a:r>
            <a:rPr lang="en-US" dirty="0"/>
            <a:t>Data augmentation improves model performance by handling variations in angles, lighting, and facial positions. </a:t>
          </a:r>
          <a:endParaRPr lang="en-IN" dirty="0"/>
        </a:p>
      </dgm:t>
    </dgm:pt>
    <dgm:pt modelId="{4C52CEBC-9913-4255-9128-36C08C55394C}" type="parTrans" cxnId="{A9EF6765-6160-4814-9B4D-5BC2BAEE4889}">
      <dgm:prSet/>
      <dgm:spPr/>
      <dgm:t>
        <a:bodyPr/>
        <a:lstStyle/>
        <a:p>
          <a:endParaRPr lang="en-IN"/>
        </a:p>
      </dgm:t>
    </dgm:pt>
    <dgm:pt modelId="{26FBAB49-F3E2-479E-80DA-54AA312C50C8}" type="sibTrans" cxnId="{A9EF6765-6160-4814-9B4D-5BC2BAEE4889}">
      <dgm:prSet/>
      <dgm:spPr/>
      <dgm:t>
        <a:bodyPr/>
        <a:lstStyle/>
        <a:p>
          <a:endParaRPr lang="en-IN"/>
        </a:p>
      </dgm:t>
    </dgm:pt>
    <dgm:pt modelId="{B126DA80-D798-427C-8357-6DD4A2A71968}">
      <dgm:prSet phldrT="[Text]"/>
      <dgm:spPr/>
      <dgm:t>
        <a:bodyPr/>
        <a:lstStyle/>
        <a:p>
          <a:pPr>
            <a:buNone/>
          </a:pPr>
          <a:r>
            <a:rPr lang="en-US" dirty="0"/>
            <a:t>Neutral emotion plays an important role in preventing misclassification of other emotions.</a:t>
          </a:r>
          <a:endParaRPr lang="en-IN" dirty="0"/>
        </a:p>
      </dgm:t>
    </dgm:pt>
    <dgm:pt modelId="{8489582D-790D-4AA0-8F90-BA54E77B2E8B}" type="parTrans" cxnId="{AFDC12CC-23EA-4A2A-8EE9-69B12CC1889C}">
      <dgm:prSet/>
      <dgm:spPr/>
      <dgm:t>
        <a:bodyPr/>
        <a:lstStyle/>
        <a:p>
          <a:endParaRPr lang="en-IN"/>
        </a:p>
      </dgm:t>
    </dgm:pt>
    <dgm:pt modelId="{ECD5C218-263B-438C-AEAA-3CF0F79A6FF0}" type="sibTrans" cxnId="{AFDC12CC-23EA-4A2A-8EE9-69B12CC1889C}">
      <dgm:prSet/>
      <dgm:spPr/>
      <dgm:t>
        <a:bodyPr/>
        <a:lstStyle/>
        <a:p>
          <a:endParaRPr lang="en-IN"/>
        </a:p>
      </dgm:t>
    </dgm:pt>
    <dgm:pt modelId="{7DDBC557-E054-4FEE-8AFA-881F2CA024D8}">
      <dgm:prSet phldrT="[Text]"/>
      <dgm:spPr/>
      <dgm:t>
        <a:bodyPr/>
        <a:lstStyle/>
        <a:p>
          <a:pPr>
            <a:buNone/>
          </a:pPr>
          <a:r>
            <a:rPr lang="en-US" dirty="0"/>
            <a:t>Models perform well on controlled images but struggle with real-world conditions like lighting and head movement. </a:t>
          </a:r>
          <a:endParaRPr lang="en-IN" dirty="0"/>
        </a:p>
      </dgm:t>
    </dgm:pt>
    <dgm:pt modelId="{F75D7329-8115-40EA-BA39-24385E66B4E0}" type="parTrans" cxnId="{BD42F4EB-A797-4047-9194-ED22A1D5F401}">
      <dgm:prSet/>
      <dgm:spPr/>
      <dgm:t>
        <a:bodyPr/>
        <a:lstStyle/>
        <a:p>
          <a:endParaRPr lang="en-IN"/>
        </a:p>
      </dgm:t>
    </dgm:pt>
    <dgm:pt modelId="{7AD533B9-E1CF-40D4-9612-05ECA414C462}" type="sibTrans" cxnId="{BD42F4EB-A797-4047-9194-ED22A1D5F401}">
      <dgm:prSet/>
      <dgm:spPr/>
      <dgm:t>
        <a:bodyPr/>
        <a:lstStyle/>
        <a:p>
          <a:endParaRPr lang="en-IN"/>
        </a:p>
      </dgm:t>
    </dgm:pt>
    <dgm:pt modelId="{34A31539-BE5C-4FA4-BF74-06897E5B151E}">
      <dgm:prSet phldrT="[Text]"/>
      <dgm:spPr/>
      <dgm:t>
        <a:bodyPr/>
        <a:lstStyle/>
        <a:p>
          <a:pPr>
            <a:buNone/>
          </a:pPr>
          <a:r>
            <a:rPr lang="en-US" dirty="0"/>
            <a:t>Existing systems fail to detect subtle or micro-expressions that indicate true emotions. </a:t>
          </a:r>
          <a:endParaRPr lang="en-IN" dirty="0"/>
        </a:p>
      </dgm:t>
    </dgm:pt>
    <dgm:pt modelId="{9B7EA9EB-782D-473B-A4B9-BA1253BA5E98}" type="parTrans" cxnId="{664545FC-6755-4CB9-96FF-4DBDA38D1097}">
      <dgm:prSet/>
      <dgm:spPr/>
      <dgm:t>
        <a:bodyPr/>
        <a:lstStyle/>
        <a:p>
          <a:endParaRPr lang="en-IN"/>
        </a:p>
      </dgm:t>
    </dgm:pt>
    <dgm:pt modelId="{47D1B80F-8E2C-4C08-92D4-B3A28AC27C7F}" type="sibTrans" cxnId="{664545FC-6755-4CB9-96FF-4DBDA38D1097}">
      <dgm:prSet/>
      <dgm:spPr/>
      <dgm:t>
        <a:bodyPr/>
        <a:lstStyle/>
        <a:p>
          <a:endParaRPr lang="en-IN"/>
        </a:p>
      </dgm:t>
    </dgm:pt>
    <dgm:pt modelId="{7A4C17A4-F378-4932-A146-662A1B15A785}">
      <dgm:prSet phldrT="[Text]"/>
      <dgm:spPr/>
      <dgm:t>
        <a:bodyPr/>
        <a:lstStyle/>
        <a:p>
          <a:pPr>
            <a:buNone/>
          </a:pPr>
          <a:r>
            <a:rPr lang="en-US"/>
            <a:t>Bias in datasets affects performance across different age groups, skin tones, and facial variations.</a:t>
          </a:r>
          <a:endParaRPr lang="en-IN" dirty="0"/>
        </a:p>
      </dgm:t>
    </dgm:pt>
    <dgm:pt modelId="{01F3B962-C709-4BC3-94B3-041E64794247}" type="parTrans" cxnId="{F8CA34EF-6D47-4802-B760-9034200C21BA}">
      <dgm:prSet/>
      <dgm:spPr/>
      <dgm:t>
        <a:bodyPr/>
        <a:lstStyle/>
        <a:p>
          <a:endParaRPr lang="en-IN"/>
        </a:p>
      </dgm:t>
    </dgm:pt>
    <dgm:pt modelId="{B0728571-2F0E-4F6A-8C59-21152B367D98}" type="sibTrans" cxnId="{F8CA34EF-6D47-4802-B760-9034200C21BA}">
      <dgm:prSet/>
      <dgm:spPr/>
      <dgm:t>
        <a:bodyPr/>
        <a:lstStyle/>
        <a:p>
          <a:endParaRPr lang="en-IN"/>
        </a:p>
      </dgm:t>
    </dgm:pt>
    <dgm:pt modelId="{C2C9A77D-4F09-4CFE-8028-8206D8FE77A0}" type="pres">
      <dgm:prSet presAssocID="{2FE3950D-A97D-4665-B316-3D9BB9FA52AC}" presName="vert0" presStyleCnt="0">
        <dgm:presLayoutVars>
          <dgm:dir/>
          <dgm:animOne val="branch"/>
          <dgm:animLvl val="lvl"/>
        </dgm:presLayoutVars>
      </dgm:prSet>
      <dgm:spPr/>
    </dgm:pt>
    <dgm:pt modelId="{9E57C259-95C7-444A-990C-4BC7F292A5E7}" type="pres">
      <dgm:prSet presAssocID="{746A8473-86F5-4E34-9C1A-0AC97830AA80}" presName="thickLine" presStyleLbl="alignNode1" presStyleIdx="0" presStyleCnt="3"/>
      <dgm:spPr/>
    </dgm:pt>
    <dgm:pt modelId="{3C234FC6-39A3-40A4-8222-D2A09BB95BFC}" type="pres">
      <dgm:prSet presAssocID="{746A8473-86F5-4E34-9C1A-0AC97830AA80}" presName="horz1" presStyleCnt="0"/>
      <dgm:spPr/>
    </dgm:pt>
    <dgm:pt modelId="{05B0CC91-A206-44DA-97B8-CE53660DA1BE}" type="pres">
      <dgm:prSet presAssocID="{746A8473-86F5-4E34-9C1A-0AC97830AA80}" presName="tx1" presStyleLbl="revTx" presStyleIdx="0" presStyleCnt="12"/>
      <dgm:spPr/>
    </dgm:pt>
    <dgm:pt modelId="{5F90F867-795C-4180-9A0B-7A1B4D9E4397}" type="pres">
      <dgm:prSet presAssocID="{746A8473-86F5-4E34-9C1A-0AC97830AA80}" presName="vert1" presStyleCnt="0"/>
      <dgm:spPr/>
    </dgm:pt>
    <dgm:pt modelId="{29FAAEAE-1A06-4C98-9272-C91F65AF57A8}" type="pres">
      <dgm:prSet presAssocID="{92503FF5-8784-43B0-BBD7-60DD3B3B5616}" presName="vertSpace2a" presStyleCnt="0"/>
      <dgm:spPr/>
    </dgm:pt>
    <dgm:pt modelId="{57AFB73D-807D-4FD7-A70C-732D8ED12980}" type="pres">
      <dgm:prSet presAssocID="{92503FF5-8784-43B0-BBD7-60DD3B3B5616}" presName="horz2" presStyleCnt="0"/>
      <dgm:spPr/>
    </dgm:pt>
    <dgm:pt modelId="{4AE51C1F-C865-4CF4-B8B0-DEC2AB9A6588}" type="pres">
      <dgm:prSet presAssocID="{92503FF5-8784-43B0-BBD7-60DD3B3B5616}" presName="horzSpace2" presStyleCnt="0"/>
      <dgm:spPr/>
    </dgm:pt>
    <dgm:pt modelId="{A1BDD5DB-F227-4EE4-95C0-B69E2256E468}" type="pres">
      <dgm:prSet presAssocID="{92503FF5-8784-43B0-BBD7-60DD3B3B5616}" presName="tx2" presStyleLbl="revTx" presStyleIdx="1" presStyleCnt="12"/>
      <dgm:spPr/>
    </dgm:pt>
    <dgm:pt modelId="{B3BC2A09-38AB-4FD3-918C-DC794F4F1093}" type="pres">
      <dgm:prSet presAssocID="{92503FF5-8784-43B0-BBD7-60DD3B3B5616}" presName="vert2" presStyleCnt="0"/>
      <dgm:spPr/>
    </dgm:pt>
    <dgm:pt modelId="{01BD419E-1BCC-4847-BD3B-43CCD2E13287}" type="pres">
      <dgm:prSet presAssocID="{92503FF5-8784-43B0-BBD7-60DD3B3B5616}" presName="thinLine2b" presStyleLbl="callout" presStyleIdx="0" presStyleCnt="9"/>
      <dgm:spPr/>
    </dgm:pt>
    <dgm:pt modelId="{9AFE4A55-FBAB-42C8-A7E2-426F2DDFCE37}" type="pres">
      <dgm:prSet presAssocID="{92503FF5-8784-43B0-BBD7-60DD3B3B5616}" presName="vertSpace2b" presStyleCnt="0"/>
      <dgm:spPr/>
    </dgm:pt>
    <dgm:pt modelId="{01E9DBA2-F3C8-446F-AEE7-03EB4CFF0791}" type="pres">
      <dgm:prSet presAssocID="{1E776078-7D68-44DA-890D-3908C9EC5D11}" presName="horz2" presStyleCnt="0"/>
      <dgm:spPr/>
    </dgm:pt>
    <dgm:pt modelId="{9B8CB679-99D6-4705-93CB-97D86E935240}" type="pres">
      <dgm:prSet presAssocID="{1E776078-7D68-44DA-890D-3908C9EC5D11}" presName="horzSpace2" presStyleCnt="0"/>
      <dgm:spPr/>
    </dgm:pt>
    <dgm:pt modelId="{1CB1B45C-9201-4EB6-A9C3-5A5D3E5AD75B}" type="pres">
      <dgm:prSet presAssocID="{1E776078-7D68-44DA-890D-3908C9EC5D11}" presName="tx2" presStyleLbl="revTx" presStyleIdx="2" presStyleCnt="12"/>
      <dgm:spPr/>
    </dgm:pt>
    <dgm:pt modelId="{1A347ED5-BD4D-4174-886F-278FD7744F71}" type="pres">
      <dgm:prSet presAssocID="{1E776078-7D68-44DA-890D-3908C9EC5D11}" presName="vert2" presStyleCnt="0"/>
      <dgm:spPr/>
    </dgm:pt>
    <dgm:pt modelId="{839B948B-5B44-4712-98D4-C2C05AF50DE8}" type="pres">
      <dgm:prSet presAssocID="{1E776078-7D68-44DA-890D-3908C9EC5D11}" presName="thinLine2b" presStyleLbl="callout" presStyleIdx="1" presStyleCnt="9"/>
      <dgm:spPr/>
    </dgm:pt>
    <dgm:pt modelId="{CDF7F6E7-6B2C-4A49-A251-D5A0DAF79D54}" type="pres">
      <dgm:prSet presAssocID="{1E776078-7D68-44DA-890D-3908C9EC5D11}" presName="vertSpace2b" presStyleCnt="0"/>
      <dgm:spPr/>
    </dgm:pt>
    <dgm:pt modelId="{9126F22E-9291-4A94-883D-FC9C484D2D02}" type="pres">
      <dgm:prSet presAssocID="{D3D348FC-CE20-4DFF-9F51-B433A3279DA5}" presName="horz2" presStyleCnt="0"/>
      <dgm:spPr/>
    </dgm:pt>
    <dgm:pt modelId="{BE810984-18DE-4BFF-B6A9-2F02DCD12A73}" type="pres">
      <dgm:prSet presAssocID="{D3D348FC-CE20-4DFF-9F51-B433A3279DA5}" presName="horzSpace2" presStyleCnt="0"/>
      <dgm:spPr/>
    </dgm:pt>
    <dgm:pt modelId="{2218394F-CB24-4DC0-B308-AD238D229B44}" type="pres">
      <dgm:prSet presAssocID="{D3D348FC-CE20-4DFF-9F51-B433A3279DA5}" presName="tx2" presStyleLbl="revTx" presStyleIdx="3" presStyleCnt="12"/>
      <dgm:spPr/>
    </dgm:pt>
    <dgm:pt modelId="{97A28C0E-1D40-4859-9FD6-48BC67119DA9}" type="pres">
      <dgm:prSet presAssocID="{D3D348FC-CE20-4DFF-9F51-B433A3279DA5}" presName="vert2" presStyleCnt="0"/>
      <dgm:spPr/>
    </dgm:pt>
    <dgm:pt modelId="{FA825284-A08B-4C43-8C80-A56D77328A93}" type="pres">
      <dgm:prSet presAssocID="{D3D348FC-CE20-4DFF-9F51-B433A3279DA5}" presName="thinLine2b" presStyleLbl="callout" presStyleIdx="2" presStyleCnt="9"/>
      <dgm:spPr/>
    </dgm:pt>
    <dgm:pt modelId="{397F2CA8-F3B0-48F0-8400-9EEA99BDE84A}" type="pres">
      <dgm:prSet presAssocID="{D3D348FC-CE20-4DFF-9F51-B433A3279DA5}" presName="vertSpace2b" presStyleCnt="0"/>
      <dgm:spPr/>
    </dgm:pt>
    <dgm:pt modelId="{83BF560B-4040-47C9-8FD1-5786D488EF24}" type="pres">
      <dgm:prSet presAssocID="{1BE72C36-0005-4928-AF71-F0489117DB1C}" presName="thickLine" presStyleLbl="alignNode1" presStyleIdx="1" presStyleCnt="3"/>
      <dgm:spPr/>
    </dgm:pt>
    <dgm:pt modelId="{63ACBC5A-A1DB-40D7-B664-DADC5453D849}" type="pres">
      <dgm:prSet presAssocID="{1BE72C36-0005-4928-AF71-F0489117DB1C}" presName="horz1" presStyleCnt="0"/>
      <dgm:spPr/>
    </dgm:pt>
    <dgm:pt modelId="{B478CB05-267D-4962-9331-C2C1AC4A50DE}" type="pres">
      <dgm:prSet presAssocID="{1BE72C36-0005-4928-AF71-F0489117DB1C}" presName="tx1" presStyleLbl="revTx" presStyleIdx="4" presStyleCnt="12"/>
      <dgm:spPr/>
    </dgm:pt>
    <dgm:pt modelId="{D4F2CF14-FA5C-421D-BD43-88F8D6838533}" type="pres">
      <dgm:prSet presAssocID="{1BE72C36-0005-4928-AF71-F0489117DB1C}" presName="vert1" presStyleCnt="0"/>
      <dgm:spPr/>
    </dgm:pt>
    <dgm:pt modelId="{B12056BC-84C8-48F3-9699-5F621804EE01}" type="pres">
      <dgm:prSet presAssocID="{0D0FDA45-99B4-4686-BFDA-C0FF67053019}" presName="vertSpace2a" presStyleCnt="0"/>
      <dgm:spPr/>
    </dgm:pt>
    <dgm:pt modelId="{C95AF41F-B00B-4A25-AE2D-001DAA152A17}" type="pres">
      <dgm:prSet presAssocID="{0D0FDA45-99B4-4686-BFDA-C0FF67053019}" presName="horz2" presStyleCnt="0"/>
      <dgm:spPr/>
    </dgm:pt>
    <dgm:pt modelId="{A1FDF528-643F-4907-8BB7-CE88540F937C}" type="pres">
      <dgm:prSet presAssocID="{0D0FDA45-99B4-4686-BFDA-C0FF67053019}" presName="horzSpace2" presStyleCnt="0"/>
      <dgm:spPr/>
    </dgm:pt>
    <dgm:pt modelId="{ED913C5B-4404-4CEF-A0A2-DDF3A2A81E78}" type="pres">
      <dgm:prSet presAssocID="{0D0FDA45-99B4-4686-BFDA-C0FF67053019}" presName="tx2" presStyleLbl="revTx" presStyleIdx="5" presStyleCnt="12"/>
      <dgm:spPr/>
    </dgm:pt>
    <dgm:pt modelId="{475EB7B9-309A-4DD5-89D1-A24A9A35A8CA}" type="pres">
      <dgm:prSet presAssocID="{0D0FDA45-99B4-4686-BFDA-C0FF67053019}" presName="vert2" presStyleCnt="0"/>
      <dgm:spPr/>
    </dgm:pt>
    <dgm:pt modelId="{953AE1CE-DD98-4467-8EE1-260A7176C3EF}" type="pres">
      <dgm:prSet presAssocID="{0D0FDA45-99B4-4686-BFDA-C0FF67053019}" presName="thinLine2b" presStyleLbl="callout" presStyleIdx="3" presStyleCnt="9"/>
      <dgm:spPr/>
    </dgm:pt>
    <dgm:pt modelId="{4F00A0D7-715F-4079-BC64-061966F14E48}" type="pres">
      <dgm:prSet presAssocID="{0D0FDA45-99B4-4686-BFDA-C0FF67053019}" presName="vertSpace2b" presStyleCnt="0"/>
      <dgm:spPr/>
    </dgm:pt>
    <dgm:pt modelId="{C8DE5B65-2274-4C1E-A385-F07A784CC372}" type="pres">
      <dgm:prSet presAssocID="{1509FC9B-4693-43DC-AAB1-56E6DA04F453}" presName="horz2" presStyleCnt="0"/>
      <dgm:spPr/>
    </dgm:pt>
    <dgm:pt modelId="{578342B5-3835-4205-9B70-3BC5A2702257}" type="pres">
      <dgm:prSet presAssocID="{1509FC9B-4693-43DC-AAB1-56E6DA04F453}" presName="horzSpace2" presStyleCnt="0"/>
      <dgm:spPr/>
    </dgm:pt>
    <dgm:pt modelId="{8C61B8AE-47D8-4682-BB22-C1175221B4EB}" type="pres">
      <dgm:prSet presAssocID="{1509FC9B-4693-43DC-AAB1-56E6DA04F453}" presName="tx2" presStyleLbl="revTx" presStyleIdx="6" presStyleCnt="12"/>
      <dgm:spPr/>
    </dgm:pt>
    <dgm:pt modelId="{637BA64E-9ED8-481F-8209-2DD7B2EF6107}" type="pres">
      <dgm:prSet presAssocID="{1509FC9B-4693-43DC-AAB1-56E6DA04F453}" presName="vert2" presStyleCnt="0"/>
      <dgm:spPr/>
    </dgm:pt>
    <dgm:pt modelId="{86243E2E-756D-4549-A3E3-B045A31F28B7}" type="pres">
      <dgm:prSet presAssocID="{1509FC9B-4693-43DC-AAB1-56E6DA04F453}" presName="thinLine2b" presStyleLbl="callout" presStyleIdx="4" presStyleCnt="9"/>
      <dgm:spPr/>
    </dgm:pt>
    <dgm:pt modelId="{8CC40860-129D-456B-BD5F-C287B7BE6F65}" type="pres">
      <dgm:prSet presAssocID="{1509FC9B-4693-43DC-AAB1-56E6DA04F453}" presName="vertSpace2b" presStyleCnt="0"/>
      <dgm:spPr/>
    </dgm:pt>
    <dgm:pt modelId="{5784CB51-9614-4B19-8A8C-EC785FEF8941}" type="pres">
      <dgm:prSet presAssocID="{B126DA80-D798-427C-8357-6DD4A2A71968}" presName="horz2" presStyleCnt="0"/>
      <dgm:spPr/>
    </dgm:pt>
    <dgm:pt modelId="{AFA3942F-2FB7-490C-8EEA-E7D55C6C559C}" type="pres">
      <dgm:prSet presAssocID="{B126DA80-D798-427C-8357-6DD4A2A71968}" presName="horzSpace2" presStyleCnt="0"/>
      <dgm:spPr/>
    </dgm:pt>
    <dgm:pt modelId="{DA21FE09-E500-46AC-8D3A-DAC94D378352}" type="pres">
      <dgm:prSet presAssocID="{B126DA80-D798-427C-8357-6DD4A2A71968}" presName="tx2" presStyleLbl="revTx" presStyleIdx="7" presStyleCnt="12"/>
      <dgm:spPr/>
    </dgm:pt>
    <dgm:pt modelId="{8A31EA6A-65FC-4F14-BD06-39AC3ECEE7CE}" type="pres">
      <dgm:prSet presAssocID="{B126DA80-D798-427C-8357-6DD4A2A71968}" presName="vert2" presStyleCnt="0"/>
      <dgm:spPr/>
    </dgm:pt>
    <dgm:pt modelId="{A8C7C8B9-A172-4322-9F8C-F60469ED979B}" type="pres">
      <dgm:prSet presAssocID="{B126DA80-D798-427C-8357-6DD4A2A71968}" presName="thinLine2b" presStyleLbl="callout" presStyleIdx="5" presStyleCnt="9"/>
      <dgm:spPr/>
    </dgm:pt>
    <dgm:pt modelId="{F51281E0-D948-4E9D-A2F6-4E52D358F7F5}" type="pres">
      <dgm:prSet presAssocID="{B126DA80-D798-427C-8357-6DD4A2A71968}" presName="vertSpace2b" presStyleCnt="0"/>
      <dgm:spPr/>
    </dgm:pt>
    <dgm:pt modelId="{D99071E0-4A47-4D51-B2EE-DFA4606CBB52}" type="pres">
      <dgm:prSet presAssocID="{996FD7AE-269A-4306-AB82-8056E467D3BB}" presName="thickLine" presStyleLbl="alignNode1" presStyleIdx="2" presStyleCnt="3"/>
      <dgm:spPr/>
    </dgm:pt>
    <dgm:pt modelId="{C500BA3A-F0DD-415B-8889-0BA07C93FD06}" type="pres">
      <dgm:prSet presAssocID="{996FD7AE-269A-4306-AB82-8056E467D3BB}" presName="horz1" presStyleCnt="0"/>
      <dgm:spPr/>
    </dgm:pt>
    <dgm:pt modelId="{23A4ACC4-E894-4558-ACBE-AC30146B99F9}" type="pres">
      <dgm:prSet presAssocID="{996FD7AE-269A-4306-AB82-8056E467D3BB}" presName="tx1" presStyleLbl="revTx" presStyleIdx="8" presStyleCnt="12"/>
      <dgm:spPr/>
    </dgm:pt>
    <dgm:pt modelId="{242B518B-2912-4983-B666-8D613A112561}" type="pres">
      <dgm:prSet presAssocID="{996FD7AE-269A-4306-AB82-8056E467D3BB}" presName="vert1" presStyleCnt="0"/>
      <dgm:spPr/>
    </dgm:pt>
    <dgm:pt modelId="{2EBD9935-5B4E-4695-96D6-51D86DD076F1}" type="pres">
      <dgm:prSet presAssocID="{7DDBC557-E054-4FEE-8AFA-881F2CA024D8}" presName="vertSpace2a" presStyleCnt="0"/>
      <dgm:spPr/>
    </dgm:pt>
    <dgm:pt modelId="{DB6FBC71-FF4D-4969-ACA8-0F61A676C1DA}" type="pres">
      <dgm:prSet presAssocID="{7DDBC557-E054-4FEE-8AFA-881F2CA024D8}" presName="horz2" presStyleCnt="0"/>
      <dgm:spPr/>
    </dgm:pt>
    <dgm:pt modelId="{29F5D7DB-0E00-45CB-94D9-39FF125B2CA4}" type="pres">
      <dgm:prSet presAssocID="{7DDBC557-E054-4FEE-8AFA-881F2CA024D8}" presName="horzSpace2" presStyleCnt="0"/>
      <dgm:spPr/>
    </dgm:pt>
    <dgm:pt modelId="{1E80C693-6B86-41B8-96BB-4D30A89810F5}" type="pres">
      <dgm:prSet presAssocID="{7DDBC557-E054-4FEE-8AFA-881F2CA024D8}" presName="tx2" presStyleLbl="revTx" presStyleIdx="9" presStyleCnt="12"/>
      <dgm:spPr/>
    </dgm:pt>
    <dgm:pt modelId="{8A3BBD40-8BB4-442E-8982-165776D09332}" type="pres">
      <dgm:prSet presAssocID="{7DDBC557-E054-4FEE-8AFA-881F2CA024D8}" presName="vert2" presStyleCnt="0"/>
      <dgm:spPr/>
    </dgm:pt>
    <dgm:pt modelId="{924F4524-5306-48FA-9983-56BC9ED9AC3A}" type="pres">
      <dgm:prSet presAssocID="{7DDBC557-E054-4FEE-8AFA-881F2CA024D8}" presName="thinLine2b" presStyleLbl="callout" presStyleIdx="6" presStyleCnt="9"/>
      <dgm:spPr/>
    </dgm:pt>
    <dgm:pt modelId="{97DB70FC-D1B3-4811-B458-7AAE1EC60711}" type="pres">
      <dgm:prSet presAssocID="{7DDBC557-E054-4FEE-8AFA-881F2CA024D8}" presName="vertSpace2b" presStyleCnt="0"/>
      <dgm:spPr/>
    </dgm:pt>
    <dgm:pt modelId="{9E503F47-20DF-4A2C-9F31-EA23E2EF9C5E}" type="pres">
      <dgm:prSet presAssocID="{34A31539-BE5C-4FA4-BF74-06897E5B151E}" presName="horz2" presStyleCnt="0"/>
      <dgm:spPr/>
    </dgm:pt>
    <dgm:pt modelId="{8CBF7171-81B4-4AFF-859A-4A951A3AB5E4}" type="pres">
      <dgm:prSet presAssocID="{34A31539-BE5C-4FA4-BF74-06897E5B151E}" presName="horzSpace2" presStyleCnt="0"/>
      <dgm:spPr/>
    </dgm:pt>
    <dgm:pt modelId="{D68D08FA-6A3E-43BC-B3FF-2D81E666B475}" type="pres">
      <dgm:prSet presAssocID="{34A31539-BE5C-4FA4-BF74-06897E5B151E}" presName="tx2" presStyleLbl="revTx" presStyleIdx="10" presStyleCnt="12"/>
      <dgm:spPr/>
    </dgm:pt>
    <dgm:pt modelId="{B9174664-C382-4AF9-B48B-4C9CBBB437F5}" type="pres">
      <dgm:prSet presAssocID="{34A31539-BE5C-4FA4-BF74-06897E5B151E}" presName="vert2" presStyleCnt="0"/>
      <dgm:spPr/>
    </dgm:pt>
    <dgm:pt modelId="{FE655A5C-069A-4F05-882A-2AC8616A4D38}" type="pres">
      <dgm:prSet presAssocID="{34A31539-BE5C-4FA4-BF74-06897E5B151E}" presName="thinLine2b" presStyleLbl="callout" presStyleIdx="7" presStyleCnt="9"/>
      <dgm:spPr/>
    </dgm:pt>
    <dgm:pt modelId="{8C477369-A086-41AE-9A85-C786A9F76C0D}" type="pres">
      <dgm:prSet presAssocID="{34A31539-BE5C-4FA4-BF74-06897E5B151E}" presName="vertSpace2b" presStyleCnt="0"/>
      <dgm:spPr/>
    </dgm:pt>
    <dgm:pt modelId="{DF5FE327-9AD6-47E2-A493-7F69146F05BC}" type="pres">
      <dgm:prSet presAssocID="{7A4C17A4-F378-4932-A146-662A1B15A785}" presName="horz2" presStyleCnt="0"/>
      <dgm:spPr/>
    </dgm:pt>
    <dgm:pt modelId="{D41E54B3-7206-4AE9-A283-558EFDF4051C}" type="pres">
      <dgm:prSet presAssocID="{7A4C17A4-F378-4932-A146-662A1B15A785}" presName="horzSpace2" presStyleCnt="0"/>
      <dgm:spPr/>
    </dgm:pt>
    <dgm:pt modelId="{9A08560B-2D89-4D05-92CA-574DEB2DAE6C}" type="pres">
      <dgm:prSet presAssocID="{7A4C17A4-F378-4932-A146-662A1B15A785}" presName="tx2" presStyleLbl="revTx" presStyleIdx="11" presStyleCnt="12"/>
      <dgm:spPr/>
    </dgm:pt>
    <dgm:pt modelId="{E4F5EB08-542A-41D4-BA56-8B967F510E03}" type="pres">
      <dgm:prSet presAssocID="{7A4C17A4-F378-4932-A146-662A1B15A785}" presName="vert2" presStyleCnt="0"/>
      <dgm:spPr/>
    </dgm:pt>
    <dgm:pt modelId="{0F20EDDA-2A78-4188-9F04-C94F37C752FE}" type="pres">
      <dgm:prSet presAssocID="{7A4C17A4-F378-4932-A146-662A1B15A785}" presName="thinLine2b" presStyleLbl="callout" presStyleIdx="8" presStyleCnt="9"/>
      <dgm:spPr/>
    </dgm:pt>
    <dgm:pt modelId="{B55D9BF8-0DBA-49F4-BBE9-3D88266B848C}" type="pres">
      <dgm:prSet presAssocID="{7A4C17A4-F378-4932-A146-662A1B15A785}" presName="vertSpace2b" presStyleCnt="0"/>
      <dgm:spPr/>
    </dgm:pt>
  </dgm:ptLst>
  <dgm:cxnLst>
    <dgm:cxn modelId="{37E81B0D-CFFE-4B07-991B-EFAF01D0E410}" srcId="{746A8473-86F5-4E34-9C1A-0AC97830AA80}" destId="{1E776078-7D68-44DA-890D-3908C9EC5D11}" srcOrd="1" destOrd="0" parTransId="{92A851D0-6322-43EE-A013-C28EC8757B63}" sibTransId="{8B273A14-3543-4D68-9EF1-2E19894B5429}"/>
    <dgm:cxn modelId="{A472530D-7B59-4744-8689-7FB6250340F7}" type="presOf" srcId="{B126DA80-D798-427C-8357-6DD4A2A71968}" destId="{DA21FE09-E500-46AC-8D3A-DAC94D378352}" srcOrd="0" destOrd="0" presId="urn:microsoft.com/office/officeart/2008/layout/LinedList"/>
    <dgm:cxn modelId="{A5CD4B1B-4291-40C6-8566-27BF09869FA9}" type="presOf" srcId="{746A8473-86F5-4E34-9C1A-0AC97830AA80}" destId="{05B0CC91-A206-44DA-97B8-CE53660DA1BE}" srcOrd="0" destOrd="0" presId="urn:microsoft.com/office/officeart/2008/layout/LinedList"/>
    <dgm:cxn modelId="{8ED0F81D-4AC5-43E3-9CB1-D90BDD449612}" type="presOf" srcId="{1509FC9B-4693-43DC-AAB1-56E6DA04F453}" destId="{8C61B8AE-47D8-4682-BB22-C1175221B4EB}" srcOrd="0" destOrd="0" presId="urn:microsoft.com/office/officeart/2008/layout/LinedList"/>
    <dgm:cxn modelId="{D84A4226-3260-45E3-B7F2-17A92CFD3E6F}" srcId="{2FE3950D-A97D-4665-B316-3D9BB9FA52AC}" destId="{996FD7AE-269A-4306-AB82-8056E467D3BB}" srcOrd="2" destOrd="0" parTransId="{4E7FDB9C-59E2-4241-9868-88E75C90AE91}" sibTransId="{3038CA55-77BF-45C0-9FBE-99DCE975758D}"/>
    <dgm:cxn modelId="{D948062A-D0E1-47D8-A26E-934F246D3560}" type="presOf" srcId="{996FD7AE-269A-4306-AB82-8056E467D3BB}" destId="{23A4ACC4-E894-4558-ACBE-AC30146B99F9}" srcOrd="0" destOrd="0" presId="urn:microsoft.com/office/officeart/2008/layout/LinedList"/>
    <dgm:cxn modelId="{1D13E02B-6C2D-4E2A-8198-B53482C08CA1}" srcId="{2FE3950D-A97D-4665-B316-3D9BB9FA52AC}" destId="{746A8473-86F5-4E34-9C1A-0AC97830AA80}" srcOrd="0" destOrd="0" parTransId="{06FEC664-D0C2-4D7C-84FD-D1F61AE13379}" sibTransId="{3F3AB38E-B0FD-495B-ACC6-99BC58BD9192}"/>
    <dgm:cxn modelId="{A9EF6765-6160-4814-9B4D-5BC2BAEE4889}" srcId="{1BE72C36-0005-4928-AF71-F0489117DB1C}" destId="{1509FC9B-4693-43DC-AAB1-56E6DA04F453}" srcOrd="1" destOrd="0" parTransId="{4C52CEBC-9913-4255-9128-36C08C55394C}" sibTransId="{26FBAB49-F3E2-479E-80DA-54AA312C50C8}"/>
    <dgm:cxn modelId="{0E36B46F-4FCD-4DE0-8054-82D8B7737904}" srcId="{1BE72C36-0005-4928-AF71-F0489117DB1C}" destId="{0D0FDA45-99B4-4686-BFDA-C0FF67053019}" srcOrd="0" destOrd="0" parTransId="{E2CC884C-7F61-4C4C-A1EA-2A42CF2CDE4F}" sibTransId="{8C21FF1B-1C79-4F1B-BD0A-394CD4AC48F4}"/>
    <dgm:cxn modelId="{83126170-5310-4EA6-A517-FF24EE627E68}" type="presOf" srcId="{0D0FDA45-99B4-4686-BFDA-C0FF67053019}" destId="{ED913C5B-4404-4CEF-A0A2-DDF3A2A81E78}" srcOrd="0" destOrd="0" presId="urn:microsoft.com/office/officeart/2008/layout/LinedList"/>
    <dgm:cxn modelId="{29D60073-7555-40C7-803A-2D1F2849018F}" srcId="{2FE3950D-A97D-4665-B316-3D9BB9FA52AC}" destId="{1BE72C36-0005-4928-AF71-F0489117DB1C}" srcOrd="1" destOrd="0" parTransId="{996D0424-B0E0-474D-B436-FD71B19354D1}" sibTransId="{699641B6-89B4-4646-B229-85B214C2BD70}"/>
    <dgm:cxn modelId="{CEFA8E87-F994-4117-BF23-0D4352485A56}" type="presOf" srcId="{1BE72C36-0005-4928-AF71-F0489117DB1C}" destId="{B478CB05-267D-4962-9331-C2C1AC4A50DE}" srcOrd="0" destOrd="0" presId="urn:microsoft.com/office/officeart/2008/layout/LinedList"/>
    <dgm:cxn modelId="{80E04F94-7857-4A75-8847-869BB359D1B0}" type="presOf" srcId="{D3D348FC-CE20-4DFF-9F51-B433A3279DA5}" destId="{2218394F-CB24-4DC0-B308-AD238D229B44}" srcOrd="0" destOrd="0" presId="urn:microsoft.com/office/officeart/2008/layout/LinedList"/>
    <dgm:cxn modelId="{DE0C52A7-A7C4-4C2C-B17A-3AB6278AF803}" type="presOf" srcId="{92503FF5-8784-43B0-BBD7-60DD3B3B5616}" destId="{A1BDD5DB-F227-4EE4-95C0-B69E2256E468}" srcOrd="0" destOrd="0" presId="urn:microsoft.com/office/officeart/2008/layout/LinedList"/>
    <dgm:cxn modelId="{C84258BC-4E0B-4D89-B558-8293CDD54866}" srcId="{746A8473-86F5-4E34-9C1A-0AC97830AA80}" destId="{D3D348FC-CE20-4DFF-9F51-B433A3279DA5}" srcOrd="2" destOrd="0" parTransId="{2D2E2B7D-6985-40F7-A53C-C1B384F4C733}" sibTransId="{3D69FF1D-84DA-45B7-BF60-806D13AA282D}"/>
    <dgm:cxn modelId="{AFDC12CC-23EA-4A2A-8EE9-69B12CC1889C}" srcId="{1BE72C36-0005-4928-AF71-F0489117DB1C}" destId="{B126DA80-D798-427C-8357-6DD4A2A71968}" srcOrd="2" destOrd="0" parTransId="{8489582D-790D-4AA0-8F90-BA54E77B2E8B}" sibTransId="{ECD5C218-263B-438C-AEAA-3CF0F79A6FF0}"/>
    <dgm:cxn modelId="{3EA7C9CD-5783-4044-8889-92E1FD198BB5}" type="presOf" srcId="{34A31539-BE5C-4FA4-BF74-06897E5B151E}" destId="{D68D08FA-6A3E-43BC-B3FF-2D81E666B475}" srcOrd="0" destOrd="0" presId="urn:microsoft.com/office/officeart/2008/layout/LinedList"/>
    <dgm:cxn modelId="{931CAFD4-923E-4B2D-9E06-B7012DFF4D3E}" type="presOf" srcId="{7A4C17A4-F378-4932-A146-662A1B15A785}" destId="{9A08560B-2D89-4D05-92CA-574DEB2DAE6C}" srcOrd="0" destOrd="0" presId="urn:microsoft.com/office/officeart/2008/layout/LinedList"/>
    <dgm:cxn modelId="{C9FD95DB-A5E5-4F19-BAFD-B68BB1F20EFE}" type="presOf" srcId="{1E776078-7D68-44DA-890D-3908C9EC5D11}" destId="{1CB1B45C-9201-4EB6-A9C3-5A5D3E5AD75B}" srcOrd="0" destOrd="0" presId="urn:microsoft.com/office/officeart/2008/layout/LinedList"/>
    <dgm:cxn modelId="{910908E3-A8B8-422C-90C7-6BE43F110B63}" srcId="{746A8473-86F5-4E34-9C1A-0AC97830AA80}" destId="{92503FF5-8784-43B0-BBD7-60DD3B3B5616}" srcOrd="0" destOrd="0" parTransId="{1230C6D8-2017-495A-821B-0EB6037702EF}" sibTransId="{A3858C7D-1138-4CB9-BCAE-F329417CC721}"/>
    <dgm:cxn modelId="{0618B3E9-D549-4542-82A9-90A9CF6D8462}" type="presOf" srcId="{7DDBC557-E054-4FEE-8AFA-881F2CA024D8}" destId="{1E80C693-6B86-41B8-96BB-4D30A89810F5}" srcOrd="0" destOrd="0" presId="urn:microsoft.com/office/officeart/2008/layout/LinedList"/>
    <dgm:cxn modelId="{BD42F4EB-A797-4047-9194-ED22A1D5F401}" srcId="{996FD7AE-269A-4306-AB82-8056E467D3BB}" destId="{7DDBC557-E054-4FEE-8AFA-881F2CA024D8}" srcOrd="0" destOrd="0" parTransId="{F75D7329-8115-40EA-BA39-24385E66B4E0}" sibTransId="{7AD533B9-E1CF-40D4-9612-05ECA414C462}"/>
    <dgm:cxn modelId="{F8CA34EF-6D47-4802-B760-9034200C21BA}" srcId="{996FD7AE-269A-4306-AB82-8056E467D3BB}" destId="{7A4C17A4-F378-4932-A146-662A1B15A785}" srcOrd="2" destOrd="0" parTransId="{01F3B962-C709-4BC3-94B3-041E64794247}" sibTransId="{B0728571-2F0E-4F6A-8C59-21152B367D98}"/>
    <dgm:cxn modelId="{664545FC-6755-4CB9-96FF-4DBDA38D1097}" srcId="{996FD7AE-269A-4306-AB82-8056E467D3BB}" destId="{34A31539-BE5C-4FA4-BF74-06897E5B151E}" srcOrd="1" destOrd="0" parTransId="{9B7EA9EB-782D-473B-A4B9-BA1253BA5E98}" sibTransId="{47D1B80F-8E2C-4C08-92D4-B3A28AC27C7F}"/>
    <dgm:cxn modelId="{67810EFE-8E3E-4378-8B9B-3B6621E2E445}" type="presOf" srcId="{2FE3950D-A97D-4665-B316-3D9BB9FA52AC}" destId="{C2C9A77D-4F09-4CFE-8028-8206D8FE77A0}" srcOrd="0" destOrd="0" presId="urn:microsoft.com/office/officeart/2008/layout/LinedList"/>
    <dgm:cxn modelId="{9AE5F029-AB6F-49AC-AC8C-DB22C46EBC39}" type="presParOf" srcId="{C2C9A77D-4F09-4CFE-8028-8206D8FE77A0}" destId="{9E57C259-95C7-444A-990C-4BC7F292A5E7}" srcOrd="0" destOrd="0" presId="urn:microsoft.com/office/officeart/2008/layout/LinedList"/>
    <dgm:cxn modelId="{A342BA8C-CDA9-4661-A1A9-E1C59F7908F0}" type="presParOf" srcId="{C2C9A77D-4F09-4CFE-8028-8206D8FE77A0}" destId="{3C234FC6-39A3-40A4-8222-D2A09BB95BFC}" srcOrd="1" destOrd="0" presId="urn:microsoft.com/office/officeart/2008/layout/LinedList"/>
    <dgm:cxn modelId="{B3E12663-DF3A-435F-AEB6-5ADE66F42CB0}" type="presParOf" srcId="{3C234FC6-39A3-40A4-8222-D2A09BB95BFC}" destId="{05B0CC91-A206-44DA-97B8-CE53660DA1BE}" srcOrd="0" destOrd="0" presId="urn:microsoft.com/office/officeart/2008/layout/LinedList"/>
    <dgm:cxn modelId="{F1E0BD9D-851D-476D-841F-8961DB24F3EE}" type="presParOf" srcId="{3C234FC6-39A3-40A4-8222-D2A09BB95BFC}" destId="{5F90F867-795C-4180-9A0B-7A1B4D9E4397}" srcOrd="1" destOrd="0" presId="urn:microsoft.com/office/officeart/2008/layout/LinedList"/>
    <dgm:cxn modelId="{15C8712E-E535-488A-A639-F851CAB0EB91}" type="presParOf" srcId="{5F90F867-795C-4180-9A0B-7A1B4D9E4397}" destId="{29FAAEAE-1A06-4C98-9272-C91F65AF57A8}" srcOrd="0" destOrd="0" presId="urn:microsoft.com/office/officeart/2008/layout/LinedList"/>
    <dgm:cxn modelId="{84FC841B-46CA-477F-91A0-6AF19F988A58}" type="presParOf" srcId="{5F90F867-795C-4180-9A0B-7A1B4D9E4397}" destId="{57AFB73D-807D-4FD7-A70C-732D8ED12980}" srcOrd="1" destOrd="0" presId="urn:microsoft.com/office/officeart/2008/layout/LinedList"/>
    <dgm:cxn modelId="{A3A30B6A-9C5E-4A2C-8A8E-6EB6A321122D}" type="presParOf" srcId="{57AFB73D-807D-4FD7-A70C-732D8ED12980}" destId="{4AE51C1F-C865-4CF4-B8B0-DEC2AB9A6588}" srcOrd="0" destOrd="0" presId="urn:microsoft.com/office/officeart/2008/layout/LinedList"/>
    <dgm:cxn modelId="{F9F328F8-BE86-49DA-9693-051C3E37EB59}" type="presParOf" srcId="{57AFB73D-807D-4FD7-A70C-732D8ED12980}" destId="{A1BDD5DB-F227-4EE4-95C0-B69E2256E468}" srcOrd="1" destOrd="0" presId="urn:microsoft.com/office/officeart/2008/layout/LinedList"/>
    <dgm:cxn modelId="{DFE9DAFA-D653-42D9-8617-397951FCB2AC}" type="presParOf" srcId="{57AFB73D-807D-4FD7-A70C-732D8ED12980}" destId="{B3BC2A09-38AB-4FD3-918C-DC794F4F1093}" srcOrd="2" destOrd="0" presId="urn:microsoft.com/office/officeart/2008/layout/LinedList"/>
    <dgm:cxn modelId="{5A3B9463-5335-4387-B0BF-FE37D4E91A6A}" type="presParOf" srcId="{5F90F867-795C-4180-9A0B-7A1B4D9E4397}" destId="{01BD419E-1BCC-4847-BD3B-43CCD2E13287}" srcOrd="2" destOrd="0" presId="urn:microsoft.com/office/officeart/2008/layout/LinedList"/>
    <dgm:cxn modelId="{0268D937-E7C9-4F62-8EBA-4745A0A802D8}" type="presParOf" srcId="{5F90F867-795C-4180-9A0B-7A1B4D9E4397}" destId="{9AFE4A55-FBAB-42C8-A7E2-426F2DDFCE37}" srcOrd="3" destOrd="0" presId="urn:microsoft.com/office/officeart/2008/layout/LinedList"/>
    <dgm:cxn modelId="{2BB89EDA-6698-4FCD-9EA6-20CB334A0903}" type="presParOf" srcId="{5F90F867-795C-4180-9A0B-7A1B4D9E4397}" destId="{01E9DBA2-F3C8-446F-AEE7-03EB4CFF0791}" srcOrd="4" destOrd="0" presId="urn:microsoft.com/office/officeart/2008/layout/LinedList"/>
    <dgm:cxn modelId="{81BEC936-2D83-459C-9E8F-A617815B5D42}" type="presParOf" srcId="{01E9DBA2-F3C8-446F-AEE7-03EB4CFF0791}" destId="{9B8CB679-99D6-4705-93CB-97D86E935240}" srcOrd="0" destOrd="0" presId="urn:microsoft.com/office/officeart/2008/layout/LinedList"/>
    <dgm:cxn modelId="{A32B7341-BBF8-4C08-BB96-E2F47429FA77}" type="presParOf" srcId="{01E9DBA2-F3C8-446F-AEE7-03EB4CFF0791}" destId="{1CB1B45C-9201-4EB6-A9C3-5A5D3E5AD75B}" srcOrd="1" destOrd="0" presId="urn:microsoft.com/office/officeart/2008/layout/LinedList"/>
    <dgm:cxn modelId="{9EFCD6F6-5F23-41C9-AF41-BFD81F4E947F}" type="presParOf" srcId="{01E9DBA2-F3C8-446F-AEE7-03EB4CFF0791}" destId="{1A347ED5-BD4D-4174-886F-278FD7744F71}" srcOrd="2" destOrd="0" presId="urn:microsoft.com/office/officeart/2008/layout/LinedList"/>
    <dgm:cxn modelId="{2CC91E81-A389-484A-91FD-8C8797F693D1}" type="presParOf" srcId="{5F90F867-795C-4180-9A0B-7A1B4D9E4397}" destId="{839B948B-5B44-4712-98D4-C2C05AF50DE8}" srcOrd="5" destOrd="0" presId="urn:microsoft.com/office/officeart/2008/layout/LinedList"/>
    <dgm:cxn modelId="{C6C34AA9-767B-45F2-9E51-319B539EA680}" type="presParOf" srcId="{5F90F867-795C-4180-9A0B-7A1B4D9E4397}" destId="{CDF7F6E7-6B2C-4A49-A251-D5A0DAF79D54}" srcOrd="6" destOrd="0" presId="urn:microsoft.com/office/officeart/2008/layout/LinedList"/>
    <dgm:cxn modelId="{9FC17D57-D8CF-4019-BD9F-62A813C9CAD1}" type="presParOf" srcId="{5F90F867-795C-4180-9A0B-7A1B4D9E4397}" destId="{9126F22E-9291-4A94-883D-FC9C484D2D02}" srcOrd="7" destOrd="0" presId="urn:microsoft.com/office/officeart/2008/layout/LinedList"/>
    <dgm:cxn modelId="{2D6A0D10-AE04-4B47-9B15-9097DB38087D}" type="presParOf" srcId="{9126F22E-9291-4A94-883D-FC9C484D2D02}" destId="{BE810984-18DE-4BFF-B6A9-2F02DCD12A73}" srcOrd="0" destOrd="0" presId="urn:microsoft.com/office/officeart/2008/layout/LinedList"/>
    <dgm:cxn modelId="{2CFB2F1A-328B-47CA-905C-671D73D4FFCF}" type="presParOf" srcId="{9126F22E-9291-4A94-883D-FC9C484D2D02}" destId="{2218394F-CB24-4DC0-B308-AD238D229B44}" srcOrd="1" destOrd="0" presId="urn:microsoft.com/office/officeart/2008/layout/LinedList"/>
    <dgm:cxn modelId="{8E783D47-7117-4A67-86D4-81411AC3B77D}" type="presParOf" srcId="{9126F22E-9291-4A94-883D-FC9C484D2D02}" destId="{97A28C0E-1D40-4859-9FD6-48BC67119DA9}" srcOrd="2" destOrd="0" presId="urn:microsoft.com/office/officeart/2008/layout/LinedList"/>
    <dgm:cxn modelId="{A83DFF8D-42E8-4740-9048-F5BBB22341E3}" type="presParOf" srcId="{5F90F867-795C-4180-9A0B-7A1B4D9E4397}" destId="{FA825284-A08B-4C43-8C80-A56D77328A93}" srcOrd="8" destOrd="0" presId="urn:microsoft.com/office/officeart/2008/layout/LinedList"/>
    <dgm:cxn modelId="{2F7E1A98-28CD-4E4E-8815-1F571D75DFC3}" type="presParOf" srcId="{5F90F867-795C-4180-9A0B-7A1B4D9E4397}" destId="{397F2CA8-F3B0-48F0-8400-9EEA99BDE84A}" srcOrd="9" destOrd="0" presId="urn:microsoft.com/office/officeart/2008/layout/LinedList"/>
    <dgm:cxn modelId="{BC42C666-5B4E-4E6D-8C38-3D4E800F3228}" type="presParOf" srcId="{C2C9A77D-4F09-4CFE-8028-8206D8FE77A0}" destId="{83BF560B-4040-47C9-8FD1-5786D488EF24}" srcOrd="2" destOrd="0" presId="urn:microsoft.com/office/officeart/2008/layout/LinedList"/>
    <dgm:cxn modelId="{8581855F-F8DD-4A17-AB24-3442B5DDCDD3}" type="presParOf" srcId="{C2C9A77D-4F09-4CFE-8028-8206D8FE77A0}" destId="{63ACBC5A-A1DB-40D7-B664-DADC5453D849}" srcOrd="3" destOrd="0" presId="urn:microsoft.com/office/officeart/2008/layout/LinedList"/>
    <dgm:cxn modelId="{FE00CFE8-87B4-4DD1-B615-040B146CADA2}" type="presParOf" srcId="{63ACBC5A-A1DB-40D7-B664-DADC5453D849}" destId="{B478CB05-267D-4962-9331-C2C1AC4A50DE}" srcOrd="0" destOrd="0" presId="urn:microsoft.com/office/officeart/2008/layout/LinedList"/>
    <dgm:cxn modelId="{AD738566-3358-4A06-8C84-161DAFA33B8A}" type="presParOf" srcId="{63ACBC5A-A1DB-40D7-B664-DADC5453D849}" destId="{D4F2CF14-FA5C-421D-BD43-88F8D6838533}" srcOrd="1" destOrd="0" presId="urn:microsoft.com/office/officeart/2008/layout/LinedList"/>
    <dgm:cxn modelId="{D85329CB-9D62-453A-95E6-E35837394271}" type="presParOf" srcId="{D4F2CF14-FA5C-421D-BD43-88F8D6838533}" destId="{B12056BC-84C8-48F3-9699-5F621804EE01}" srcOrd="0" destOrd="0" presId="urn:microsoft.com/office/officeart/2008/layout/LinedList"/>
    <dgm:cxn modelId="{BB4133DE-68AD-4095-B1F7-94833580F8FF}" type="presParOf" srcId="{D4F2CF14-FA5C-421D-BD43-88F8D6838533}" destId="{C95AF41F-B00B-4A25-AE2D-001DAA152A17}" srcOrd="1" destOrd="0" presId="urn:microsoft.com/office/officeart/2008/layout/LinedList"/>
    <dgm:cxn modelId="{9FB01D59-FE15-49CA-BCFA-5B85364BA47D}" type="presParOf" srcId="{C95AF41F-B00B-4A25-AE2D-001DAA152A17}" destId="{A1FDF528-643F-4907-8BB7-CE88540F937C}" srcOrd="0" destOrd="0" presId="urn:microsoft.com/office/officeart/2008/layout/LinedList"/>
    <dgm:cxn modelId="{3747E950-9C68-44FF-B066-8561FA646AF2}" type="presParOf" srcId="{C95AF41F-B00B-4A25-AE2D-001DAA152A17}" destId="{ED913C5B-4404-4CEF-A0A2-DDF3A2A81E78}" srcOrd="1" destOrd="0" presId="urn:microsoft.com/office/officeart/2008/layout/LinedList"/>
    <dgm:cxn modelId="{EB8FDD30-BB45-4700-A4DE-1E089A60FBB7}" type="presParOf" srcId="{C95AF41F-B00B-4A25-AE2D-001DAA152A17}" destId="{475EB7B9-309A-4DD5-89D1-A24A9A35A8CA}" srcOrd="2" destOrd="0" presId="urn:microsoft.com/office/officeart/2008/layout/LinedList"/>
    <dgm:cxn modelId="{56E74F7A-171A-4DB6-B221-DF9FF6BC1F51}" type="presParOf" srcId="{D4F2CF14-FA5C-421D-BD43-88F8D6838533}" destId="{953AE1CE-DD98-4467-8EE1-260A7176C3EF}" srcOrd="2" destOrd="0" presId="urn:microsoft.com/office/officeart/2008/layout/LinedList"/>
    <dgm:cxn modelId="{0D98A19B-25BE-4739-91D2-E46C502FDFBB}" type="presParOf" srcId="{D4F2CF14-FA5C-421D-BD43-88F8D6838533}" destId="{4F00A0D7-715F-4079-BC64-061966F14E48}" srcOrd="3" destOrd="0" presId="urn:microsoft.com/office/officeart/2008/layout/LinedList"/>
    <dgm:cxn modelId="{316AD90B-035D-4336-956A-2D84AB85E252}" type="presParOf" srcId="{D4F2CF14-FA5C-421D-BD43-88F8D6838533}" destId="{C8DE5B65-2274-4C1E-A385-F07A784CC372}" srcOrd="4" destOrd="0" presId="urn:microsoft.com/office/officeart/2008/layout/LinedList"/>
    <dgm:cxn modelId="{4B19DF2C-963D-4612-A9F7-FE0CF5048933}" type="presParOf" srcId="{C8DE5B65-2274-4C1E-A385-F07A784CC372}" destId="{578342B5-3835-4205-9B70-3BC5A2702257}" srcOrd="0" destOrd="0" presId="urn:microsoft.com/office/officeart/2008/layout/LinedList"/>
    <dgm:cxn modelId="{12471BCD-99D5-47BD-99DD-3E2AD77FAA0A}" type="presParOf" srcId="{C8DE5B65-2274-4C1E-A385-F07A784CC372}" destId="{8C61B8AE-47D8-4682-BB22-C1175221B4EB}" srcOrd="1" destOrd="0" presId="urn:microsoft.com/office/officeart/2008/layout/LinedList"/>
    <dgm:cxn modelId="{AC6B777F-031A-446A-B303-32ADB6F2BEAE}" type="presParOf" srcId="{C8DE5B65-2274-4C1E-A385-F07A784CC372}" destId="{637BA64E-9ED8-481F-8209-2DD7B2EF6107}" srcOrd="2" destOrd="0" presId="urn:microsoft.com/office/officeart/2008/layout/LinedList"/>
    <dgm:cxn modelId="{60AA472E-818F-43A6-A3A6-4B3C1760E0CF}" type="presParOf" srcId="{D4F2CF14-FA5C-421D-BD43-88F8D6838533}" destId="{86243E2E-756D-4549-A3E3-B045A31F28B7}" srcOrd="5" destOrd="0" presId="urn:microsoft.com/office/officeart/2008/layout/LinedList"/>
    <dgm:cxn modelId="{F134E54D-7587-4994-B592-425B73E8A4BF}" type="presParOf" srcId="{D4F2CF14-FA5C-421D-BD43-88F8D6838533}" destId="{8CC40860-129D-456B-BD5F-C287B7BE6F65}" srcOrd="6" destOrd="0" presId="urn:microsoft.com/office/officeart/2008/layout/LinedList"/>
    <dgm:cxn modelId="{0D38FC88-191C-4185-A22F-5970E850E81F}" type="presParOf" srcId="{D4F2CF14-FA5C-421D-BD43-88F8D6838533}" destId="{5784CB51-9614-4B19-8A8C-EC785FEF8941}" srcOrd="7" destOrd="0" presId="urn:microsoft.com/office/officeart/2008/layout/LinedList"/>
    <dgm:cxn modelId="{A692A640-11DE-4D3E-BB91-FF733FBDCEEC}" type="presParOf" srcId="{5784CB51-9614-4B19-8A8C-EC785FEF8941}" destId="{AFA3942F-2FB7-490C-8EEA-E7D55C6C559C}" srcOrd="0" destOrd="0" presId="urn:microsoft.com/office/officeart/2008/layout/LinedList"/>
    <dgm:cxn modelId="{5AC7894D-5237-4B35-A918-6E4DEACD4F5C}" type="presParOf" srcId="{5784CB51-9614-4B19-8A8C-EC785FEF8941}" destId="{DA21FE09-E500-46AC-8D3A-DAC94D378352}" srcOrd="1" destOrd="0" presId="urn:microsoft.com/office/officeart/2008/layout/LinedList"/>
    <dgm:cxn modelId="{8A27802A-9133-4D86-85EF-1DEC3DC951B2}" type="presParOf" srcId="{5784CB51-9614-4B19-8A8C-EC785FEF8941}" destId="{8A31EA6A-65FC-4F14-BD06-39AC3ECEE7CE}" srcOrd="2" destOrd="0" presId="urn:microsoft.com/office/officeart/2008/layout/LinedList"/>
    <dgm:cxn modelId="{A3A678F3-E595-4FC7-9E4F-7070C0ED8F23}" type="presParOf" srcId="{D4F2CF14-FA5C-421D-BD43-88F8D6838533}" destId="{A8C7C8B9-A172-4322-9F8C-F60469ED979B}" srcOrd="8" destOrd="0" presId="urn:microsoft.com/office/officeart/2008/layout/LinedList"/>
    <dgm:cxn modelId="{8DA558A3-5ED3-4FC1-8151-E426D6FD42E0}" type="presParOf" srcId="{D4F2CF14-FA5C-421D-BD43-88F8D6838533}" destId="{F51281E0-D948-4E9D-A2F6-4E52D358F7F5}" srcOrd="9" destOrd="0" presId="urn:microsoft.com/office/officeart/2008/layout/LinedList"/>
    <dgm:cxn modelId="{7DB7B34B-C29E-4E46-99E7-FF7FA6C9B179}" type="presParOf" srcId="{C2C9A77D-4F09-4CFE-8028-8206D8FE77A0}" destId="{D99071E0-4A47-4D51-B2EE-DFA4606CBB52}" srcOrd="4" destOrd="0" presId="urn:microsoft.com/office/officeart/2008/layout/LinedList"/>
    <dgm:cxn modelId="{533E54B8-997E-49D4-A049-11C408EA9A48}" type="presParOf" srcId="{C2C9A77D-4F09-4CFE-8028-8206D8FE77A0}" destId="{C500BA3A-F0DD-415B-8889-0BA07C93FD06}" srcOrd="5" destOrd="0" presId="urn:microsoft.com/office/officeart/2008/layout/LinedList"/>
    <dgm:cxn modelId="{1FDECBCF-D4A5-4DF1-A3DD-F865649050E3}" type="presParOf" srcId="{C500BA3A-F0DD-415B-8889-0BA07C93FD06}" destId="{23A4ACC4-E894-4558-ACBE-AC30146B99F9}" srcOrd="0" destOrd="0" presId="urn:microsoft.com/office/officeart/2008/layout/LinedList"/>
    <dgm:cxn modelId="{3B769383-A928-475F-80BD-89830D0909AE}" type="presParOf" srcId="{C500BA3A-F0DD-415B-8889-0BA07C93FD06}" destId="{242B518B-2912-4983-B666-8D613A112561}" srcOrd="1" destOrd="0" presId="urn:microsoft.com/office/officeart/2008/layout/LinedList"/>
    <dgm:cxn modelId="{0BCF18BE-C63E-412A-BCB4-36E93405E961}" type="presParOf" srcId="{242B518B-2912-4983-B666-8D613A112561}" destId="{2EBD9935-5B4E-4695-96D6-51D86DD076F1}" srcOrd="0" destOrd="0" presId="urn:microsoft.com/office/officeart/2008/layout/LinedList"/>
    <dgm:cxn modelId="{96128440-BC2C-44E6-A20C-44F9E914A317}" type="presParOf" srcId="{242B518B-2912-4983-B666-8D613A112561}" destId="{DB6FBC71-FF4D-4969-ACA8-0F61A676C1DA}" srcOrd="1" destOrd="0" presId="urn:microsoft.com/office/officeart/2008/layout/LinedList"/>
    <dgm:cxn modelId="{3D6C042A-8FA5-449F-AFF7-D0237D279508}" type="presParOf" srcId="{DB6FBC71-FF4D-4969-ACA8-0F61A676C1DA}" destId="{29F5D7DB-0E00-45CB-94D9-39FF125B2CA4}" srcOrd="0" destOrd="0" presId="urn:microsoft.com/office/officeart/2008/layout/LinedList"/>
    <dgm:cxn modelId="{9A679C4C-4CF1-4906-945B-BC41DD96BA3A}" type="presParOf" srcId="{DB6FBC71-FF4D-4969-ACA8-0F61A676C1DA}" destId="{1E80C693-6B86-41B8-96BB-4D30A89810F5}" srcOrd="1" destOrd="0" presId="urn:microsoft.com/office/officeart/2008/layout/LinedList"/>
    <dgm:cxn modelId="{53572E98-FC20-4A47-A9B3-C710BE8660E9}" type="presParOf" srcId="{DB6FBC71-FF4D-4969-ACA8-0F61A676C1DA}" destId="{8A3BBD40-8BB4-442E-8982-165776D09332}" srcOrd="2" destOrd="0" presId="urn:microsoft.com/office/officeart/2008/layout/LinedList"/>
    <dgm:cxn modelId="{90FB0519-9E7E-4960-A0AC-DF269F668CF1}" type="presParOf" srcId="{242B518B-2912-4983-B666-8D613A112561}" destId="{924F4524-5306-48FA-9983-56BC9ED9AC3A}" srcOrd="2" destOrd="0" presId="urn:microsoft.com/office/officeart/2008/layout/LinedList"/>
    <dgm:cxn modelId="{49C12416-4463-4448-9630-ABC56F015D0F}" type="presParOf" srcId="{242B518B-2912-4983-B666-8D613A112561}" destId="{97DB70FC-D1B3-4811-B458-7AAE1EC60711}" srcOrd="3" destOrd="0" presId="urn:microsoft.com/office/officeart/2008/layout/LinedList"/>
    <dgm:cxn modelId="{D32A65FF-92F0-4F68-B9A5-09C37481FECA}" type="presParOf" srcId="{242B518B-2912-4983-B666-8D613A112561}" destId="{9E503F47-20DF-4A2C-9F31-EA23E2EF9C5E}" srcOrd="4" destOrd="0" presId="urn:microsoft.com/office/officeart/2008/layout/LinedList"/>
    <dgm:cxn modelId="{AE35DB32-6817-44B0-86B7-E6BB88C90383}" type="presParOf" srcId="{9E503F47-20DF-4A2C-9F31-EA23E2EF9C5E}" destId="{8CBF7171-81B4-4AFF-859A-4A951A3AB5E4}" srcOrd="0" destOrd="0" presId="urn:microsoft.com/office/officeart/2008/layout/LinedList"/>
    <dgm:cxn modelId="{FADD8C7B-AD18-4BAE-8307-8874AFE57032}" type="presParOf" srcId="{9E503F47-20DF-4A2C-9F31-EA23E2EF9C5E}" destId="{D68D08FA-6A3E-43BC-B3FF-2D81E666B475}" srcOrd="1" destOrd="0" presId="urn:microsoft.com/office/officeart/2008/layout/LinedList"/>
    <dgm:cxn modelId="{6BBE3A9B-BCC3-4888-9EF7-4D74C15CFE7F}" type="presParOf" srcId="{9E503F47-20DF-4A2C-9F31-EA23E2EF9C5E}" destId="{B9174664-C382-4AF9-B48B-4C9CBBB437F5}" srcOrd="2" destOrd="0" presId="urn:microsoft.com/office/officeart/2008/layout/LinedList"/>
    <dgm:cxn modelId="{7DFD7733-6AFE-4FDE-9DCB-4BFB68A44F05}" type="presParOf" srcId="{242B518B-2912-4983-B666-8D613A112561}" destId="{FE655A5C-069A-4F05-882A-2AC8616A4D38}" srcOrd="5" destOrd="0" presId="urn:microsoft.com/office/officeart/2008/layout/LinedList"/>
    <dgm:cxn modelId="{1A76F283-F2BC-46F5-8911-D05759460411}" type="presParOf" srcId="{242B518B-2912-4983-B666-8D613A112561}" destId="{8C477369-A086-41AE-9A85-C786A9F76C0D}" srcOrd="6" destOrd="0" presId="urn:microsoft.com/office/officeart/2008/layout/LinedList"/>
    <dgm:cxn modelId="{B6B5F12B-C300-45F0-B42D-9E40A09999E4}" type="presParOf" srcId="{242B518B-2912-4983-B666-8D613A112561}" destId="{DF5FE327-9AD6-47E2-A493-7F69146F05BC}" srcOrd="7" destOrd="0" presId="urn:microsoft.com/office/officeart/2008/layout/LinedList"/>
    <dgm:cxn modelId="{E230A2E1-F81D-42B4-8621-31B4D41C7BE6}" type="presParOf" srcId="{DF5FE327-9AD6-47E2-A493-7F69146F05BC}" destId="{D41E54B3-7206-4AE9-A283-558EFDF4051C}" srcOrd="0" destOrd="0" presId="urn:microsoft.com/office/officeart/2008/layout/LinedList"/>
    <dgm:cxn modelId="{857B1E07-5698-41CB-810A-F8B256CFD91F}" type="presParOf" srcId="{DF5FE327-9AD6-47E2-A493-7F69146F05BC}" destId="{9A08560B-2D89-4D05-92CA-574DEB2DAE6C}" srcOrd="1" destOrd="0" presId="urn:microsoft.com/office/officeart/2008/layout/LinedList"/>
    <dgm:cxn modelId="{C192653D-31B2-4E4A-B169-14B25CA3F839}" type="presParOf" srcId="{DF5FE327-9AD6-47E2-A493-7F69146F05BC}" destId="{E4F5EB08-542A-41D4-BA56-8B967F510E03}" srcOrd="2" destOrd="0" presId="urn:microsoft.com/office/officeart/2008/layout/LinedList"/>
    <dgm:cxn modelId="{2EADDE02-B3D8-4085-9686-6E99F6948577}" type="presParOf" srcId="{242B518B-2912-4983-B666-8D613A112561}" destId="{0F20EDDA-2A78-4188-9F04-C94F37C752FE}" srcOrd="8" destOrd="0" presId="urn:microsoft.com/office/officeart/2008/layout/LinedList"/>
    <dgm:cxn modelId="{31A80AE7-A295-4037-B0DF-4A5688686CD3}" type="presParOf" srcId="{242B518B-2912-4983-B666-8D613A112561}" destId="{B55D9BF8-0DBA-49F4-BBE9-3D88266B848C}"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1EFB9B-171F-4AB1-B668-58AAE8E51F75}" type="doc">
      <dgm:prSet loTypeId="urn:microsoft.com/office/officeart/2005/8/layout/bProcess3" loCatId="process" qsTypeId="urn:microsoft.com/office/officeart/2005/8/quickstyle/simple1" qsCatId="simple" csTypeId="urn:microsoft.com/office/officeart/2005/8/colors/accent1_1" csCatId="accent1" phldr="1"/>
      <dgm:spPr/>
      <dgm:t>
        <a:bodyPr/>
        <a:lstStyle/>
        <a:p>
          <a:endParaRPr lang="en-IN"/>
        </a:p>
      </dgm:t>
    </dgm:pt>
    <dgm:pt modelId="{A5387828-EFE8-4AFE-BEB9-07BFB0C6D06A}">
      <dgm:prSet phldrT="[Text]" phldr="0" custT="1"/>
      <dgm:spPr/>
      <dgm:t>
        <a:bodyPr/>
        <a:lstStyle/>
        <a:p>
          <a:r>
            <a:rPr lang="en-US" sz="1200" b="1" i="0" dirty="0"/>
            <a:t>Step 1: Data Input &amp; Loading</a:t>
          </a:r>
        </a:p>
      </dgm:t>
    </dgm:pt>
    <dgm:pt modelId="{929AB399-A7DB-4F8F-B7CC-7226EDE4E22A}" type="parTrans" cxnId="{CD03C54E-D65D-457C-BB15-217B91183981}">
      <dgm:prSet/>
      <dgm:spPr/>
      <dgm:t>
        <a:bodyPr/>
        <a:lstStyle/>
        <a:p>
          <a:endParaRPr lang="en-IN"/>
        </a:p>
      </dgm:t>
    </dgm:pt>
    <dgm:pt modelId="{D7C7484C-D889-41A5-AF4C-A77384E11EB0}" type="sibTrans" cxnId="{CD03C54E-D65D-457C-BB15-217B91183981}">
      <dgm:prSet/>
      <dgm:spPr/>
      <dgm:t>
        <a:bodyPr/>
        <a:lstStyle/>
        <a:p>
          <a:endParaRPr lang="en-IN"/>
        </a:p>
      </dgm:t>
    </dgm:pt>
    <dgm:pt modelId="{98E09BAC-B9B1-4CC8-B0EC-759314990E92}">
      <dgm:prSet phldrT="[Text]" phldr="0" custT="1"/>
      <dgm:spPr/>
      <dgm:t>
        <a:bodyPr/>
        <a:lstStyle/>
        <a:p>
          <a:r>
            <a:rPr lang="en-US" sz="1200" b="1" dirty="0"/>
            <a:t>Step 2: Face Detection</a:t>
          </a:r>
          <a:endParaRPr lang="en-IN" sz="1200" b="1" dirty="0"/>
        </a:p>
      </dgm:t>
    </dgm:pt>
    <dgm:pt modelId="{1BEEA2FF-81C3-46BB-B314-EB6C5F3DE334}" type="parTrans" cxnId="{1A0D167F-8DD3-47B2-8D22-3309FFDB0C35}">
      <dgm:prSet/>
      <dgm:spPr/>
      <dgm:t>
        <a:bodyPr/>
        <a:lstStyle/>
        <a:p>
          <a:endParaRPr lang="en-IN"/>
        </a:p>
      </dgm:t>
    </dgm:pt>
    <dgm:pt modelId="{9872542C-CAAA-4B33-88C2-5DC3892ECE09}" type="sibTrans" cxnId="{1A0D167F-8DD3-47B2-8D22-3309FFDB0C35}">
      <dgm:prSet/>
      <dgm:spPr/>
      <dgm:t>
        <a:bodyPr/>
        <a:lstStyle/>
        <a:p>
          <a:endParaRPr lang="en-IN"/>
        </a:p>
      </dgm:t>
    </dgm:pt>
    <dgm:pt modelId="{6F36305E-2FAA-45DF-AA68-639405453350}">
      <dgm:prSet phldrT="[Text]" phldr="0" custT="1"/>
      <dgm:spPr/>
      <dgm:t>
        <a:bodyPr/>
        <a:lstStyle/>
        <a:p>
          <a:r>
            <a:rPr lang="en-US" sz="1200" b="1" dirty="0"/>
            <a:t>Step 3: Data Pre-processing</a:t>
          </a:r>
          <a:endParaRPr lang="en-IN" sz="1200" b="1" dirty="0"/>
        </a:p>
      </dgm:t>
    </dgm:pt>
    <dgm:pt modelId="{B4C57455-AA30-4125-93B9-AEAA1930716D}" type="parTrans" cxnId="{4C07622A-A89C-4543-9926-284CBE11750F}">
      <dgm:prSet/>
      <dgm:spPr/>
      <dgm:t>
        <a:bodyPr/>
        <a:lstStyle/>
        <a:p>
          <a:endParaRPr lang="en-IN"/>
        </a:p>
      </dgm:t>
    </dgm:pt>
    <dgm:pt modelId="{09CE8ED5-E2C1-409F-AF6E-92EBD2CC67E6}" type="sibTrans" cxnId="{4C07622A-A89C-4543-9926-284CBE11750F}">
      <dgm:prSet/>
      <dgm:spPr/>
      <dgm:t>
        <a:bodyPr/>
        <a:lstStyle/>
        <a:p>
          <a:endParaRPr lang="en-IN"/>
        </a:p>
      </dgm:t>
    </dgm:pt>
    <dgm:pt modelId="{FFD1788F-6202-412E-B0C0-75ED6D82560D}">
      <dgm:prSet custT="1"/>
      <dgm:spPr/>
      <dgm:t>
        <a:bodyPr/>
        <a:lstStyle/>
        <a:p>
          <a:r>
            <a:rPr lang="en-US" sz="1200" dirty="0"/>
            <a:t>User provides Image, manually</a:t>
          </a:r>
          <a:endParaRPr lang="en-IN" sz="1200" dirty="0"/>
        </a:p>
      </dgm:t>
    </dgm:pt>
    <dgm:pt modelId="{8224B787-35CD-4CE1-82CB-F5A87B2EA4F5}" type="parTrans" cxnId="{33F0D917-2D3D-41A4-913C-9D8BC50FDA9D}">
      <dgm:prSet/>
      <dgm:spPr/>
      <dgm:t>
        <a:bodyPr/>
        <a:lstStyle/>
        <a:p>
          <a:endParaRPr lang="en-IN"/>
        </a:p>
      </dgm:t>
    </dgm:pt>
    <dgm:pt modelId="{C3ED60EB-8DFC-47B9-80FB-9B6B2BBA7FBA}" type="sibTrans" cxnId="{33F0D917-2D3D-41A4-913C-9D8BC50FDA9D}">
      <dgm:prSet/>
      <dgm:spPr/>
      <dgm:t>
        <a:bodyPr/>
        <a:lstStyle/>
        <a:p>
          <a:endParaRPr lang="en-IN"/>
        </a:p>
      </dgm:t>
    </dgm:pt>
    <dgm:pt modelId="{15A1DE86-C666-4308-AB0F-05769B011E19}">
      <dgm:prSet custT="1"/>
      <dgm:spPr/>
      <dgm:t>
        <a:bodyPr/>
        <a:lstStyle/>
        <a:p>
          <a:r>
            <a:rPr lang="en-US" sz="1200" dirty="0"/>
            <a:t>OpenCV Detects Facial Region</a:t>
          </a:r>
          <a:endParaRPr lang="en-IN" sz="1200" dirty="0"/>
        </a:p>
      </dgm:t>
    </dgm:pt>
    <dgm:pt modelId="{17EEDB6F-8480-45D9-8A83-7BB2C38E00C8}" type="parTrans" cxnId="{D3291DE4-6760-4600-9F40-C052E5BA2104}">
      <dgm:prSet/>
      <dgm:spPr/>
      <dgm:t>
        <a:bodyPr/>
        <a:lstStyle/>
        <a:p>
          <a:endParaRPr lang="en-IN"/>
        </a:p>
      </dgm:t>
    </dgm:pt>
    <dgm:pt modelId="{8A1448B1-5BE5-438E-B882-362D393D745F}" type="sibTrans" cxnId="{D3291DE4-6760-4600-9F40-C052E5BA2104}">
      <dgm:prSet/>
      <dgm:spPr/>
      <dgm:t>
        <a:bodyPr/>
        <a:lstStyle/>
        <a:p>
          <a:endParaRPr lang="en-IN"/>
        </a:p>
      </dgm:t>
    </dgm:pt>
    <dgm:pt modelId="{537C8EF6-F5FC-4957-84C7-0F8712A9BF69}">
      <dgm:prSet custT="1"/>
      <dgm:spPr/>
      <dgm:t>
        <a:bodyPr/>
        <a:lstStyle/>
        <a:p>
          <a:pPr>
            <a:buNone/>
          </a:pPr>
          <a:r>
            <a:rPr lang="en-IN" sz="1200" dirty="0"/>
            <a:t>Reshape images → (48, 48, 1)</a:t>
          </a:r>
          <a:endParaRPr lang="en-IN" sz="1200" b="0" dirty="0"/>
        </a:p>
      </dgm:t>
    </dgm:pt>
    <dgm:pt modelId="{B78B31BE-BAAC-4D2E-9313-6B781F0FF4EB}" type="parTrans" cxnId="{CD87F89B-E08B-4993-A91F-C6CC458CB645}">
      <dgm:prSet/>
      <dgm:spPr/>
      <dgm:t>
        <a:bodyPr/>
        <a:lstStyle/>
        <a:p>
          <a:endParaRPr lang="en-IN"/>
        </a:p>
      </dgm:t>
    </dgm:pt>
    <dgm:pt modelId="{8F0D50E6-A2F9-4347-A2F0-60CAADA0996B}" type="sibTrans" cxnId="{CD87F89B-E08B-4993-A91F-C6CC458CB645}">
      <dgm:prSet/>
      <dgm:spPr/>
      <dgm:t>
        <a:bodyPr/>
        <a:lstStyle/>
        <a:p>
          <a:endParaRPr lang="en-IN"/>
        </a:p>
      </dgm:t>
    </dgm:pt>
    <dgm:pt modelId="{A56A4B1F-B151-4EB1-8B03-1370A88B9987}">
      <dgm:prSet custT="1"/>
      <dgm:spPr/>
      <dgm:t>
        <a:bodyPr/>
        <a:lstStyle/>
        <a:p>
          <a:pPr>
            <a:buNone/>
          </a:pPr>
          <a:r>
            <a:rPr lang="en-IN" sz="1200" b="1" dirty="0"/>
            <a:t>Step 4: Data Augmentation &amp; Generation</a:t>
          </a:r>
        </a:p>
      </dgm:t>
    </dgm:pt>
    <dgm:pt modelId="{8851318A-F54E-42C6-917E-AA444B4C4EBF}" type="parTrans" cxnId="{F1A9132E-0E50-4F58-A91F-AFBB4485FF3F}">
      <dgm:prSet/>
      <dgm:spPr/>
      <dgm:t>
        <a:bodyPr/>
        <a:lstStyle/>
        <a:p>
          <a:endParaRPr lang="en-IN"/>
        </a:p>
      </dgm:t>
    </dgm:pt>
    <dgm:pt modelId="{4838F3E8-4E3D-4AAA-B15C-CE07685049C0}" type="sibTrans" cxnId="{F1A9132E-0E50-4F58-A91F-AFBB4485FF3F}">
      <dgm:prSet/>
      <dgm:spPr/>
      <dgm:t>
        <a:bodyPr/>
        <a:lstStyle/>
        <a:p>
          <a:endParaRPr lang="en-IN"/>
        </a:p>
      </dgm:t>
    </dgm:pt>
    <dgm:pt modelId="{5D031703-9761-4638-A971-9261C3D06FB8}">
      <dgm:prSet custT="1"/>
      <dgm:spPr/>
      <dgm:t>
        <a:bodyPr/>
        <a:lstStyle/>
        <a:p>
          <a:pPr>
            <a:buFont typeface="Arial" panose="020B0604020202020204" pitchFamily="34" charset="0"/>
            <a:buChar char="•"/>
          </a:pPr>
          <a:r>
            <a:rPr lang="en-IN" sz="1200" b="0" dirty="0"/>
            <a:t>Uses </a:t>
          </a:r>
          <a:r>
            <a:rPr lang="en-IN" sz="1200" b="0" dirty="0" err="1"/>
            <a:t>ImageDataGenerator</a:t>
          </a:r>
          <a:r>
            <a:rPr lang="en-IN" sz="1200" b="0" dirty="0"/>
            <a:t> for: Rotation, zoom, horizontal flip.</a:t>
          </a:r>
        </a:p>
      </dgm:t>
    </dgm:pt>
    <dgm:pt modelId="{439DB88C-6AEC-468D-A41C-1DD87CDE3D06}" type="parTrans" cxnId="{9D81A613-9412-4DFD-8F13-1B8766FFE5CF}">
      <dgm:prSet/>
      <dgm:spPr/>
      <dgm:t>
        <a:bodyPr/>
        <a:lstStyle/>
        <a:p>
          <a:endParaRPr lang="en-IN"/>
        </a:p>
      </dgm:t>
    </dgm:pt>
    <dgm:pt modelId="{AC31500B-A1BD-4A21-A6FA-440FD81CCC82}" type="sibTrans" cxnId="{9D81A613-9412-4DFD-8F13-1B8766FFE5CF}">
      <dgm:prSet/>
      <dgm:spPr/>
      <dgm:t>
        <a:bodyPr/>
        <a:lstStyle/>
        <a:p>
          <a:endParaRPr lang="en-IN"/>
        </a:p>
      </dgm:t>
    </dgm:pt>
    <dgm:pt modelId="{5D250AA7-AB68-415F-B8FF-AFD6326BAE83}">
      <dgm:prSet custT="1"/>
      <dgm:spPr/>
      <dgm:t>
        <a:bodyPr/>
        <a:lstStyle/>
        <a:p>
          <a:pPr>
            <a:buFont typeface="Arial" panose="020B0604020202020204" pitchFamily="34" charset="0"/>
            <a:buChar char="•"/>
          </a:pPr>
          <a:r>
            <a:rPr lang="en-US" sz="1200" b="1" dirty="0"/>
            <a:t>Step 5: </a:t>
          </a:r>
          <a:r>
            <a:rPr lang="en-IN" sz="1200" b="1" dirty="0"/>
            <a:t>CNN Feature Extraction</a:t>
          </a:r>
        </a:p>
      </dgm:t>
    </dgm:pt>
    <dgm:pt modelId="{8E909CB2-0BF5-4565-8A77-1F90DABF7B2D}" type="parTrans" cxnId="{0BFE5657-E7C8-418F-9F9A-C6FA59B86B9A}">
      <dgm:prSet/>
      <dgm:spPr/>
      <dgm:t>
        <a:bodyPr/>
        <a:lstStyle/>
        <a:p>
          <a:endParaRPr lang="en-IN"/>
        </a:p>
      </dgm:t>
    </dgm:pt>
    <dgm:pt modelId="{AFFA6CE7-E1E2-4D33-AAF4-A02517A2C95B}" type="sibTrans" cxnId="{0BFE5657-E7C8-418F-9F9A-C6FA59B86B9A}">
      <dgm:prSet/>
      <dgm:spPr/>
      <dgm:t>
        <a:bodyPr/>
        <a:lstStyle/>
        <a:p>
          <a:endParaRPr lang="en-IN"/>
        </a:p>
      </dgm:t>
    </dgm:pt>
    <dgm:pt modelId="{0DF790EC-D25D-435C-A4E5-75EA5FA46A69}">
      <dgm:prSet custT="1"/>
      <dgm:spPr/>
      <dgm:t>
        <a:bodyPr/>
        <a:lstStyle/>
        <a:p>
          <a:pPr>
            <a:buFont typeface="Arial" panose="020B0604020202020204" pitchFamily="34" charset="0"/>
            <a:buChar char="•"/>
          </a:pPr>
          <a:r>
            <a:rPr lang="en-US" sz="1200" b="1" dirty="0"/>
            <a:t>Step 6: T</a:t>
          </a:r>
          <a:r>
            <a:rPr lang="en-IN" sz="1200" b="1" dirty="0"/>
            <a:t>raining with Adaptive Learning</a:t>
          </a:r>
        </a:p>
      </dgm:t>
    </dgm:pt>
    <dgm:pt modelId="{82D235FD-EB9F-4719-B7DC-3C6E171F67F9}" type="parTrans" cxnId="{ED7D7CB1-6E37-4A24-85A3-4909F3351073}">
      <dgm:prSet/>
      <dgm:spPr/>
      <dgm:t>
        <a:bodyPr/>
        <a:lstStyle/>
        <a:p>
          <a:endParaRPr lang="en-IN"/>
        </a:p>
      </dgm:t>
    </dgm:pt>
    <dgm:pt modelId="{1063E08D-595A-4547-87FC-78404CEBFDA5}" type="sibTrans" cxnId="{ED7D7CB1-6E37-4A24-85A3-4909F3351073}">
      <dgm:prSet/>
      <dgm:spPr/>
      <dgm:t>
        <a:bodyPr/>
        <a:lstStyle/>
        <a:p>
          <a:endParaRPr lang="en-IN"/>
        </a:p>
      </dgm:t>
    </dgm:pt>
    <dgm:pt modelId="{79675195-CF91-4096-B2EC-07DA905B45A7}">
      <dgm:prSet custT="1"/>
      <dgm:spPr/>
      <dgm:t>
        <a:bodyPr/>
        <a:lstStyle/>
        <a:p>
          <a:pPr>
            <a:buFont typeface="Arial" panose="020B0604020202020204" pitchFamily="34" charset="0"/>
            <a:buChar char="•"/>
          </a:pPr>
          <a:r>
            <a:rPr lang="en-US" sz="1200" b="1" dirty="0"/>
            <a:t>Step 7: </a:t>
          </a:r>
          <a:r>
            <a:rPr lang="en-US" sz="1200" b="1"/>
            <a:t>Model </a:t>
          </a:r>
          <a:r>
            <a:rPr lang="en-IN" sz="1200" b="1"/>
            <a:t>Evaluation</a:t>
          </a:r>
          <a:endParaRPr lang="en-IN" sz="1200" b="0" dirty="0"/>
        </a:p>
      </dgm:t>
    </dgm:pt>
    <dgm:pt modelId="{831C743C-EB78-4B59-8A1E-DDCA1EB01171}" type="parTrans" cxnId="{FD4D3976-E0AD-4DDE-BEC3-4427B1F706BC}">
      <dgm:prSet/>
      <dgm:spPr/>
      <dgm:t>
        <a:bodyPr/>
        <a:lstStyle/>
        <a:p>
          <a:endParaRPr lang="en-IN"/>
        </a:p>
      </dgm:t>
    </dgm:pt>
    <dgm:pt modelId="{6A2D016C-C94D-46DA-856B-AD5B660E903C}" type="sibTrans" cxnId="{FD4D3976-E0AD-4DDE-BEC3-4427B1F706BC}">
      <dgm:prSet/>
      <dgm:spPr/>
      <dgm:t>
        <a:bodyPr/>
        <a:lstStyle/>
        <a:p>
          <a:endParaRPr lang="en-IN"/>
        </a:p>
      </dgm:t>
    </dgm:pt>
    <dgm:pt modelId="{DAE385D7-ACFD-4A19-9549-3B8D94AAFEBC}">
      <dgm:prSet custT="1"/>
      <dgm:spPr/>
      <dgm:t>
        <a:bodyPr/>
        <a:lstStyle/>
        <a:p>
          <a:pPr>
            <a:buFont typeface="Arial" panose="020B0604020202020204" pitchFamily="34" charset="0"/>
            <a:buChar char="•"/>
          </a:pPr>
          <a:r>
            <a:rPr lang="en-US" sz="1200" b="1" dirty="0"/>
            <a:t>Step 8: </a:t>
          </a:r>
          <a:r>
            <a:rPr lang="en-US" sz="1200" b="1"/>
            <a:t>Emotion Prediction</a:t>
          </a:r>
          <a:endParaRPr lang="en-IN" sz="1200" b="1" dirty="0"/>
        </a:p>
      </dgm:t>
    </dgm:pt>
    <dgm:pt modelId="{3F452E1E-9BA5-4AFA-A3D2-4C70D0EC1655}" type="parTrans" cxnId="{9A6E8725-6144-41A7-9E78-FA50BB628FB1}">
      <dgm:prSet/>
      <dgm:spPr/>
      <dgm:t>
        <a:bodyPr/>
        <a:lstStyle/>
        <a:p>
          <a:endParaRPr lang="en-IN"/>
        </a:p>
      </dgm:t>
    </dgm:pt>
    <dgm:pt modelId="{9B141D13-8181-47DF-87B4-D7989F27C4FD}" type="sibTrans" cxnId="{9A6E8725-6144-41A7-9E78-FA50BB628FB1}">
      <dgm:prSet/>
      <dgm:spPr/>
      <dgm:t>
        <a:bodyPr/>
        <a:lstStyle/>
        <a:p>
          <a:endParaRPr lang="en-IN"/>
        </a:p>
      </dgm:t>
    </dgm:pt>
    <dgm:pt modelId="{6D25B41B-1706-49B8-8C22-139CF6C6352B}">
      <dgm:prSet custT="1"/>
      <dgm:spPr/>
      <dgm:t>
        <a:bodyPr/>
        <a:lstStyle/>
        <a:p>
          <a:pPr>
            <a:buFont typeface="Arial" panose="020B0604020202020204" pitchFamily="34" charset="0"/>
            <a:buChar char="•"/>
          </a:pPr>
          <a:r>
            <a:rPr lang="en-IN" sz="1200" dirty="0"/>
            <a:t>Input → (48×48×1) image </a:t>
          </a:r>
        </a:p>
      </dgm:t>
    </dgm:pt>
    <dgm:pt modelId="{BE77585D-0091-4C83-B440-271D60F75748}" type="parTrans" cxnId="{E490FE76-3674-42F1-BD09-3DEEF742A9CF}">
      <dgm:prSet/>
      <dgm:spPr/>
      <dgm:t>
        <a:bodyPr/>
        <a:lstStyle/>
        <a:p>
          <a:endParaRPr lang="en-IN"/>
        </a:p>
      </dgm:t>
    </dgm:pt>
    <dgm:pt modelId="{9DF2DC9A-55D0-4C39-925B-9A2007B9D559}" type="sibTrans" cxnId="{E490FE76-3674-42F1-BD09-3DEEF742A9CF}">
      <dgm:prSet/>
      <dgm:spPr/>
      <dgm:t>
        <a:bodyPr/>
        <a:lstStyle/>
        <a:p>
          <a:endParaRPr lang="en-IN"/>
        </a:p>
      </dgm:t>
    </dgm:pt>
    <dgm:pt modelId="{77943BDA-566F-4CE8-A360-8E124CC27B46}">
      <dgm:prSet custT="1"/>
      <dgm:spPr/>
      <dgm:t>
        <a:bodyPr/>
        <a:lstStyle/>
        <a:p>
          <a:pPr>
            <a:buFont typeface="Arial" panose="020B0604020202020204" pitchFamily="34" charset="0"/>
            <a:buChar char="•"/>
          </a:pPr>
          <a:r>
            <a:rPr lang="en-US" sz="1200" b="0" dirty="0"/>
            <a:t>Multiple Conv2D + </a:t>
          </a:r>
          <a:r>
            <a:rPr lang="en-US" sz="1200" b="0" dirty="0" err="1"/>
            <a:t>BatchNorm</a:t>
          </a:r>
          <a:r>
            <a:rPr lang="en-US" sz="1200" b="0" dirty="0"/>
            <a:t> + </a:t>
          </a:r>
          <a:r>
            <a:rPr lang="en-US" sz="1200" b="0" dirty="0" err="1"/>
            <a:t>ReLU</a:t>
          </a:r>
          <a:r>
            <a:rPr lang="en-US" sz="1200" b="0" dirty="0"/>
            <a:t> + </a:t>
          </a:r>
          <a:r>
            <a:rPr lang="en-US" sz="1200" b="0" dirty="0" err="1"/>
            <a:t>MaxPooling</a:t>
          </a:r>
          <a:r>
            <a:rPr lang="en-US" sz="1200" b="0" dirty="0"/>
            <a:t> layers</a:t>
          </a:r>
        </a:p>
      </dgm:t>
    </dgm:pt>
    <dgm:pt modelId="{FE2C85BC-690D-4260-8148-77F98A307564}" type="parTrans" cxnId="{C85BA2D6-B484-452D-8DBC-1AADD93424B3}">
      <dgm:prSet/>
      <dgm:spPr/>
      <dgm:t>
        <a:bodyPr/>
        <a:lstStyle/>
        <a:p>
          <a:endParaRPr lang="en-IN"/>
        </a:p>
      </dgm:t>
    </dgm:pt>
    <dgm:pt modelId="{3DDCAE2A-2F80-45A2-9B81-0A66A59DC807}" type="sibTrans" cxnId="{C85BA2D6-B484-452D-8DBC-1AADD93424B3}">
      <dgm:prSet/>
      <dgm:spPr/>
      <dgm:t>
        <a:bodyPr/>
        <a:lstStyle/>
        <a:p>
          <a:endParaRPr lang="en-IN"/>
        </a:p>
      </dgm:t>
    </dgm:pt>
    <dgm:pt modelId="{789FB7D2-F9B5-4519-96FD-D403241AC49B}">
      <dgm:prSet custT="1"/>
      <dgm:spPr/>
      <dgm:t>
        <a:bodyPr/>
        <a:lstStyle/>
        <a:p>
          <a:pPr>
            <a:buFont typeface="Arial" panose="020B0604020202020204" pitchFamily="34" charset="0"/>
            <a:buChar char="•"/>
          </a:pPr>
          <a:r>
            <a:rPr lang="en-IN" sz="1200" b="0" dirty="0"/>
            <a:t>Apply Dropout &amp; </a:t>
          </a:r>
          <a:r>
            <a:rPr lang="en-US" sz="1200" b="0" dirty="0"/>
            <a:t>Flatten → Fully Connected Layers → </a:t>
          </a:r>
          <a:r>
            <a:rPr lang="en-US" sz="1200" b="0" dirty="0" err="1"/>
            <a:t>Softmax</a:t>
          </a:r>
          <a:r>
            <a:rPr lang="en-US" sz="1200" b="0" dirty="0"/>
            <a:t> (7 emotions) </a:t>
          </a:r>
        </a:p>
      </dgm:t>
    </dgm:pt>
    <dgm:pt modelId="{6C759888-262E-4EE7-BE26-970A2D048045}" type="parTrans" cxnId="{D9BA2EBB-C5DB-4DD7-81D2-D1937339C499}">
      <dgm:prSet/>
      <dgm:spPr/>
      <dgm:t>
        <a:bodyPr/>
        <a:lstStyle/>
        <a:p>
          <a:endParaRPr lang="en-IN"/>
        </a:p>
      </dgm:t>
    </dgm:pt>
    <dgm:pt modelId="{18CE758B-AE11-4ACB-AAFE-C8CEE1CE10C3}" type="sibTrans" cxnId="{D9BA2EBB-C5DB-4DD7-81D2-D1937339C499}">
      <dgm:prSet/>
      <dgm:spPr/>
      <dgm:t>
        <a:bodyPr/>
        <a:lstStyle/>
        <a:p>
          <a:endParaRPr lang="en-IN"/>
        </a:p>
      </dgm:t>
    </dgm:pt>
    <dgm:pt modelId="{85A100F5-1B07-4113-ADE0-1CD4CB0ED5E4}">
      <dgm:prSet custT="1"/>
      <dgm:spPr/>
      <dgm:t>
        <a:bodyPr/>
        <a:lstStyle/>
        <a:p>
          <a:pPr>
            <a:buFont typeface="Arial" panose="020B0604020202020204" pitchFamily="34" charset="0"/>
            <a:buChar char="•"/>
          </a:pPr>
          <a:r>
            <a:rPr lang="en-US" sz="1200" b="0" dirty="0"/>
            <a:t>Train using: Adam optimizer (</a:t>
          </a:r>
          <a:r>
            <a:rPr lang="en-US" sz="1200" b="0" dirty="0" err="1"/>
            <a:t>lr</a:t>
          </a:r>
          <a:r>
            <a:rPr lang="en-US" sz="1200" b="0" dirty="0"/>
            <a:t>=0.0001); </a:t>
          </a:r>
          <a:r>
            <a:rPr lang="en-IN" sz="1200" b="0" dirty="0"/>
            <a:t>Categorical </a:t>
          </a:r>
          <a:r>
            <a:rPr lang="en-IN" sz="1200" b="0" dirty="0" err="1"/>
            <a:t>Crossentropy</a:t>
          </a:r>
          <a:r>
            <a:rPr lang="en-IN" sz="1200" b="0" dirty="0"/>
            <a:t> loss</a:t>
          </a:r>
        </a:p>
      </dgm:t>
    </dgm:pt>
    <dgm:pt modelId="{C28961E3-F5D0-4E98-802C-252E706CDBE9}" type="parTrans" cxnId="{DB12D56E-47AD-44AE-BC68-EC20BBD2AEF0}">
      <dgm:prSet/>
      <dgm:spPr/>
      <dgm:t>
        <a:bodyPr/>
        <a:lstStyle/>
        <a:p>
          <a:endParaRPr lang="en-IN"/>
        </a:p>
      </dgm:t>
    </dgm:pt>
    <dgm:pt modelId="{8B7118E3-B672-4C85-B98B-D265E91EAB36}" type="sibTrans" cxnId="{DB12D56E-47AD-44AE-BC68-EC20BBD2AEF0}">
      <dgm:prSet/>
      <dgm:spPr/>
      <dgm:t>
        <a:bodyPr/>
        <a:lstStyle/>
        <a:p>
          <a:endParaRPr lang="en-IN"/>
        </a:p>
      </dgm:t>
    </dgm:pt>
    <dgm:pt modelId="{4E5A5051-FF11-4168-BE98-BB098384D98F}">
      <dgm:prSet custT="1"/>
      <dgm:spPr/>
      <dgm:t>
        <a:bodyPr/>
        <a:lstStyle/>
        <a:p>
          <a:pPr>
            <a:buFont typeface="Arial" panose="020B0604020202020204" pitchFamily="34" charset="0"/>
            <a:buChar char="•"/>
          </a:pPr>
          <a:r>
            <a:rPr lang="en-IN" sz="1200" dirty="0"/>
            <a:t> Use callbacks: </a:t>
          </a:r>
          <a:r>
            <a:rPr lang="en-IN" sz="1200" dirty="0" err="1"/>
            <a:t>EarlyStopping</a:t>
          </a:r>
          <a:r>
            <a:rPr lang="en-IN" sz="1200" dirty="0"/>
            <a:t>, </a:t>
          </a:r>
          <a:r>
            <a:rPr lang="en-IN" sz="1200" dirty="0" err="1"/>
            <a:t>ModelCheckpoint</a:t>
          </a:r>
          <a:endParaRPr lang="en-IN" sz="1200" dirty="0"/>
        </a:p>
      </dgm:t>
    </dgm:pt>
    <dgm:pt modelId="{79986141-6877-4BC7-A817-E1067C7CC140}" type="parTrans" cxnId="{04219526-8689-4046-8915-D1F15F3F0DF4}">
      <dgm:prSet/>
      <dgm:spPr/>
      <dgm:t>
        <a:bodyPr/>
        <a:lstStyle/>
        <a:p>
          <a:endParaRPr lang="en-IN"/>
        </a:p>
      </dgm:t>
    </dgm:pt>
    <dgm:pt modelId="{15363AB3-B733-4081-9942-D788E160A845}" type="sibTrans" cxnId="{04219526-8689-4046-8915-D1F15F3F0DF4}">
      <dgm:prSet/>
      <dgm:spPr/>
      <dgm:t>
        <a:bodyPr/>
        <a:lstStyle/>
        <a:p>
          <a:endParaRPr lang="en-IN"/>
        </a:p>
      </dgm:t>
    </dgm:pt>
    <dgm:pt modelId="{38B9ECE9-9E51-4FEC-8BF4-5F0B965ED768}">
      <dgm:prSet custT="1"/>
      <dgm:spPr/>
      <dgm:t>
        <a:bodyPr/>
        <a:lstStyle/>
        <a:p>
          <a:r>
            <a:rPr lang="en-US" sz="1200" dirty="0"/>
            <a:t>Or Real-Time Image Detection using Webcam</a:t>
          </a:r>
          <a:endParaRPr lang="en-IN" sz="1200" dirty="0"/>
        </a:p>
      </dgm:t>
    </dgm:pt>
    <dgm:pt modelId="{F9F3F1A4-7A99-495C-BF74-4E4E49022A2E}" type="parTrans" cxnId="{86E87EFA-B2EF-4138-ABAD-A2D42DAB0722}">
      <dgm:prSet/>
      <dgm:spPr/>
      <dgm:t>
        <a:bodyPr/>
        <a:lstStyle/>
        <a:p>
          <a:endParaRPr lang="en-IN"/>
        </a:p>
      </dgm:t>
    </dgm:pt>
    <dgm:pt modelId="{1E1D62BB-0937-481F-8F88-1FE472503E02}" type="sibTrans" cxnId="{86E87EFA-B2EF-4138-ABAD-A2D42DAB0722}">
      <dgm:prSet/>
      <dgm:spPr/>
      <dgm:t>
        <a:bodyPr/>
        <a:lstStyle/>
        <a:p>
          <a:endParaRPr lang="en-IN"/>
        </a:p>
      </dgm:t>
    </dgm:pt>
    <dgm:pt modelId="{D23C70D6-76FA-4305-8D30-CC92A1DF11A7}">
      <dgm:prSet custT="1"/>
      <dgm:spPr/>
      <dgm:t>
        <a:bodyPr/>
        <a:lstStyle/>
        <a:p>
          <a:pPr>
            <a:buNone/>
          </a:pPr>
          <a:r>
            <a:rPr lang="en-IN" sz="1200" dirty="0"/>
            <a:t>Normalize pixel values </a:t>
          </a:r>
          <a:r>
            <a:rPr lang="en-IN" sz="1200" b="0" dirty="0"/>
            <a:t>→ [0,1]range (/255)</a:t>
          </a:r>
        </a:p>
      </dgm:t>
    </dgm:pt>
    <dgm:pt modelId="{9283F6B4-E10C-4555-8419-56DB26B5C9E0}" type="parTrans" cxnId="{4EB71DC2-8BBD-4BC5-9D52-C4D9D7E6DFA0}">
      <dgm:prSet/>
      <dgm:spPr/>
      <dgm:t>
        <a:bodyPr/>
        <a:lstStyle/>
        <a:p>
          <a:endParaRPr lang="en-IN"/>
        </a:p>
      </dgm:t>
    </dgm:pt>
    <dgm:pt modelId="{97C878FB-9BE1-4EC5-B1CB-08F978D835E3}" type="sibTrans" cxnId="{4EB71DC2-8BBD-4BC5-9D52-C4D9D7E6DFA0}">
      <dgm:prSet/>
      <dgm:spPr/>
      <dgm:t>
        <a:bodyPr/>
        <a:lstStyle/>
        <a:p>
          <a:endParaRPr lang="en-IN"/>
        </a:p>
      </dgm:t>
    </dgm:pt>
    <dgm:pt modelId="{7B4F7AD1-9CC2-46B0-85CD-BB54B000C344}">
      <dgm:prSet custT="1"/>
      <dgm:spPr/>
      <dgm:t>
        <a:bodyPr/>
        <a:lstStyle/>
        <a:p>
          <a:pPr>
            <a:buNone/>
          </a:pPr>
          <a:r>
            <a:rPr lang="en-IN" sz="1200"/>
            <a:t>Convert labels → </a:t>
          </a:r>
          <a:r>
            <a:rPr lang="en-IN" sz="1200" b="0"/>
            <a:t>one-hot encoding (7 classes)</a:t>
          </a:r>
          <a:endParaRPr lang="en-IN" sz="1200" b="0" dirty="0"/>
        </a:p>
      </dgm:t>
    </dgm:pt>
    <dgm:pt modelId="{322ABD3B-9F5C-43A8-BFC4-124261F49FBE}" type="parTrans" cxnId="{1E7ECF9F-E463-4073-AEFC-0966FD27E9B6}">
      <dgm:prSet/>
      <dgm:spPr/>
      <dgm:t>
        <a:bodyPr/>
        <a:lstStyle/>
        <a:p>
          <a:endParaRPr lang="en-IN"/>
        </a:p>
      </dgm:t>
    </dgm:pt>
    <dgm:pt modelId="{B92D871B-2C31-43DB-953D-49BC9C3539BB}" type="sibTrans" cxnId="{1E7ECF9F-E463-4073-AEFC-0966FD27E9B6}">
      <dgm:prSet/>
      <dgm:spPr/>
      <dgm:t>
        <a:bodyPr/>
        <a:lstStyle/>
        <a:p>
          <a:endParaRPr lang="en-IN"/>
        </a:p>
      </dgm:t>
    </dgm:pt>
    <dgm:pt modelId="{7E1432CE-F8DC-4189-8CC4-368FE123D484}">
      <dgm:prSet custT="1"/>
      <dgm:spPr/>
      <dgm:t>
        <a:bodyPr/>
        <a:lstStyle/>
        <a:p>
          <a:pPr>
            <a:buFont typeface="Arial" panose="020B0604020202020204" pitchFamily="34" charset="0"/>
            <a:buChar char="•"/>
          </a:pPr>
          <a:r>
            <a:rPr lang="en-US" sz="1200"/>
            <a:t>Final predicted emotion, for static image</a:t>
          </a:r>
          <a:endParaRPr lang="en-IN" sz="1200"/>
        </a:p>
      </dgm:t>
    </dgm:pt>
    <dgm:pt modelId="{0FE8A622-A6F8-48BD-92C1-477B953E7789}" type="parTrans" cxnId="{A38DCC56-2DA9-4A86-82A1-A754DB5ABA73}">
      <dgm:prSet/>
      <dgm:spPr/>
      <dgm:t>
        <a:bodyPr/>
        <a:lstStyle/>
        <a:p>
          <a:endParaRPr lang="en-IN"/>
        </a:p>
      </dgm:t>
    </dgm:pt>
    <dgm:pt modelId="{4720D8D4-EF5B-41BB-8626-C90F2B98FC03}" type="sibTrans" cxnId="{A38DCC56-2DA9-4A86-82A1-A754DB5ABA73}">
      <dgm:prSet/>
      <dgm:spPr/>
      <dgm:t>
        <a:bodyPr/>
        <a:lstStyle/>
        <a:p>
          <a:endParaRPr lang="en-IN"/>
        </a:p>
      </dgm:t>
    </dgm:pt>
    <dgm:pt modelId="{C9279A34-6A31-4408-83EA-CB72244F70CB}">
      <dgm:prSet custT="1"/>
      <dgm:spPr/>
      <dgm:t>
        <a:bodyPr/>
        <a:lstStyle/>
        <a:p>
          <a:pPr>
            <a:buFont typeface="Arial" panose="020B0604020202020204" pitchFamily="34" charset="0"/>
            <a:buChar char="•"/>
          </a:pPr>
          <a:r>
            <a:rPr lang="en-US" sz="1200" dirty="0"/>
            <a:t>Real-time Emotion Identification</a:t>
          </a:r>
          <a:endParaRPr lang="en-IN" sz="1200" dirty="0"/>
        </a:p>
      </dgm:t>
    </dgm:pt>
    <dgm:pt modelId="{F5873CAE-3F1E-4430-BDAE-7969213FECDF}" type="parTrans" cxnId="{A6B35FFC-772F-4A72-8D38-7363E2916DDE}">
      <dgm:prSet/>
      <dgm:spPr/>
      <dgm:t>
        <a:bodyPr/>
        <a:lstStyle/>
        <a:p>
          <a:endParaRPr lang="en-IN"/>
        </a:p>
      </dgm:t>
    </dgm:pt>
    <dgm:pt modelId="{9819C42F-FBF1-4BF6-B72F-EBC0B1CAB524}" type="sibTrans" cxnId="{A6B35FFC-772F-4A72-8D38-7363E2916DDE}">
      <dgm:prSet/>
      <dgm:spPr/>
      <dgm:t>
        <a:bodyPr/>
        <a:lstStyle/>
        <a:p>
          <a:endParaRPr lang="en-IN"/>
        </a:p>
      </dgm:t>
    </dgm:pt>
    <dgm:pt modelId="{6A53596C-AB8F-4594-9B93-8824A9E3CF62}">
      <dgm:prSet custT="1"/>
      <dgm:spPr/>
      <dgm:t>
        <a:bodyPr/>
        <a:lstStyle/>
        <a:p>
          <a:pPr>
            <a:buNone/>
          </a:pPr>
          <a:r>
            <a:rPr lang="en-US" sz="1200"/>
            <a:t>Evaluates on test/validation data</a:t>
          </a:r>
          <a:endParaRPr lang="en-IN" sz="1200"/>
        </a:p>
      </dgm:t>
    </dgm:pt>
    <dgm:pt modelId="{9E030180-BE21-44CA-9F70-CC0AC1A03BEE}" type="parTrans" cxnId="{A40E202C-4032-451D-AB6E-8170967978B0}">
      <dgm:prSet/>
      <dgm:spPr/>
      <dgm:t>
        <a:bodyPr/>
        <a:lstStyle/>
        <a:p>
          <a:endParaRPr lang="en-IN"/>
        </a:p>
      </dgm:t>
    </dgm:pt>
    <dgm:pt modelId="{373D3CDF-B499-4D3C-B793-EBB385A0794F}" type="sibTrans" cxnId="{A40E202C-4032-451D-AB6E-8170967978B0}">
      <dgm:prSet/>
      <dgm:spPr/>
      <dgm:t>
        <a:bodyPr/>
        <a:lstStyle/>
        <a:p>
          <a:endParaRPr lang="en-IN"/>
        </a:p>
      </dgm:t>
    </dgm:pt>
    <dgm:pt modelId="{0129A64E-F6D7-4213-8A2B-372580C43DFE}">
      <dgm:prSet custT="1"/>
      <dgm:spPr/>
      <dgm:t>
        <a:bodyPr/>
        <a:lstStyle/>
        <a:p>
          <a:pPr>
            <a:buNone/>
          </a:pPr>
          <a:r>
            <a:rPr lang="en-US" sz="1200" dirty="0"/>
            <a:t>F1-score, Accuracy/Loss Curve, Confusion Matrix</a:t>
          </a:r>
          <a:endParaRPr lang="en-IN" sz="1200" dirty="0"/>
        </a:p>
      </dgm:t>
    </dgm:pt>
    <dgm:pt modelId="{EEAAB0BC-05B2-4F07-B9D4-402E34A3AFA0}" type="parTrans" cxnId="{5028690E-B385-464F-8254-F29D71CAE09A}">
      <dgm:prSet/>
      <dgm:spPr/>
      <dgm:t>
        <a:bodyPr/>
        <a:lstStyle/>
        <a:p>
          <a:endParaRPr lang="en-IN"/>
        </a:p>
      </dgm:t>
    </dgm:pt>
    <dgm:pt modelId="{699A3D96-1F15-4F35-8F06-BEFCBC43FD5C}" type="sibTrans" cxnId="{5028690E-B385-464F-8254-F29D71CAE09A}">
      <dgm:prSet/>
      <dgm:spPr/>
      <dgm:t>
        <a:bodyPr/>
        <a:lstStyle/>
        <a:p>
          <a:endParaRPr lang="en-IN"/>
        </a:p>
      </dgm:t>
    </dgm:pt>
    <dgm:pt modelId="{956DACC1-6B7E-4BB7-A0B8-7C68425C6085}" type="pres">
      <dgm:prSet presAssocID="{041EFB9B-171F-4AB1-B668-58AAE8E51F75}" presName="Name0" presStyleCnt="0">
        <dgm:presLayoutVars>
          <dgm:dir/>
          <dgm:resizeHandles val="exact"/>
        </dgm:presLayoutVars>
      </dgm:prSet>
      <dgm:spPr/>
    </dgm:pt>
    <dgm:pt modelId="{4F714CDB-F6BE-447C-A1FB-E74AA61CA525}" type="pres">
      <dgm:prSet presAssocID="{A5387828-EFE8-4AFE-BEB9-07BFB0C6D06A}" presName="node" presStyleLbl="node1" presStyleIdx="0" presStyleCnt="8">
        <dgm:presLayoutVars>
          <dgm:bulletEnabled val="1"/>
        </dgm:presLayoutVars>
      </dgm:prSet>
      <dgm:spPr/>
    </dgm:pt>
    <dgm:pt modelId="{87E37EAC-67A9-40BD-9ABA-396D5A3939CC}" type="pres">
      <dgm:prSet presAssocID="{D7C7484C-D889-41A5-AF4C-A77384E11EB0}" presName="sibTrans" presStyleLbl="sibTrans1D1" presStyleIdx="0" presStyleCnt="7"/>
      <dgm:spPr/>
    </dgm:pt>
    <dgm:pt modelId="{B48AEBF0-DC76-4915-B0B8-913DA7E5266B}" type="pres">
      <dgm:prSet presAssocID="{D7C7484C-D889-41A5-AF4C-A77384E11EB0}" presName="connectorText" presStyleLbl="sibTrans1D1" presStyleIdx="0" presStyleCnt="7"/>
      <dgm:spPr/>
    </dgm:pt>
    <dgm:pt modelId="{2EAAD902-99B3-4035-8B77-A901CE97603C}" type="pres">
      <dgm:prSet presAssocID="{98E09BAC-B9B1-4CC8-B0EC-759314990E92}" presName="node" presStyleLbl="node1" presStyleIdx="1" presStyleCnt="8">
        <dgm:presLayoutVars>
          <dgm:bulletEnabled val="1"/>
        </dgm:presLayoutVars>
      </dgm:prSet>
      <dgm:spPr/>
    </dgm:pt>
    <dgm:pt modelId="{DD7C45F9-EAD0-461A-8580-53322109C093}" type="pres">
      <dgm:prSet presAssocID="{9872542C-CAAA-4B33-88C2-5DC3892ECE09}" presName="sibTrans" presStyleLbl="sibTrans1D1" presStyleIdx="1" presStyleCnt="7"/>
      <dgm:spPr/>
    </dgm:pt>
    <dgm:pt modelId="{360CCBDE-BF64-4F92-B3F7-FED6F51C109E}" type="pres">
      <dgm:prSet presAssocID="{9872542C-CAAA-4B33-88C2-5DC3892ECE09}" presName="connectorText" presStyleLbl="sibTrans1D1" presStyleIdx="1" presStyleCnt="7"/>
      <dgm:spPr/>
    </dgm:pt>
    <dgm:pt modelId="{3B045B17-893D-4C42-AFDD-53A9A303D746}" type="pres">
      <dgm:prSet presAssocID="{6F36305E-2FAA-45DF-AA68-639405453350}" presName="node" presStyleLbl="node1" presStyleIdx="2" presStyleCnt="8">
        <dgm:presLayoutVars>
          <dgm:bulletEnabled val="1"/>
        </dgm:presLayoutVars>
      </dgm:prSet>
      <dgm:spPr/>
    </dgm:pt>
    <dgm:pt modelId="{B4052A57-39F6-4E24-9D64-6BB380D82796}" type="pres">
      <dgm:prSet presAssocID="{09CE8ED5-E2C1-409F-AF6E-92EBD2CC67E6}" presName="sibTrans" presStyleLbl="sibTrans1D1" presStyleIdx="2" presStyleCnt="7"/>
      <dgm:spPr/>
    </dgm:pt>
    <dgm:pt modelId="{CF8F1375-2D2B-4713-AD9D-657D7F6574B0}" type="pres">
      <dgm:prSet presAssocID="{09CE8ED5-E2C1-409F-AF6E-92EBD2CC67E6}" presName="connectorText" presStyleLbl="sibTrans1D1" presStyleIdx="2" presStyleCnt="7"/>
      <dgm:spPr/>
    </dgm:pt>
    <dgm:pt modelId="{EB814AAD-C052-47B5-93AE-57DCF75A2DD3}" type="pres">
      <dgm:prSet presAssocID="{A56A4B1F-B151-4EB1-8B03-1370A88B9987}" presName="node" presStyleLbl="node1" presStyleIdx="3" presStyleCnt="8">
        <dgm:presLayoutVars>
          <dgm:bulletEnabled val="1"/>
        </dgm:presLayoutVars>
      </dgm:prSet>
      <dgm:spPr/>
    </dgm:pt>
    <dgm:pt modelId="{D71FCDD0-3605-4F61-B247-8AB92CEBA58F}" type="pres">
      <dgm:prSet presAssocID="{4838F3E8-4E3D-4AAA-B15C-CE07685049C0}" presName="sibTrans" presStyleLbl="sibTrans1D1" presStyleIdx="3" presStyleCnt="7"/>
      <dgm:spPr/>
    </dgm:pt>
    <dgm:pt modelId="{08A60800-410D-4168-AD8B-CED1A94D9D8A}" type="pres">
      <dgm:prSet presAssocID="{4838F3E8-4E3D-4AAA-B15C-CE07685049C0}" presName="connectorText" presStyleLbl="sibTrans1D1" presStyleIdx="3" presStyleCnt="7"/>
      <dgm:spPr/>
    </dgm:pt>
    <dgm:pt modelId="{BC02CA67-958D-4DEB-B77C-30562E13493C}" type="pres">
      <dgm:prSet presAssocID="{5D250AA7-AB68-415F-B8FF-AFD6326BAE83}" presName="node" presStyleLbl="node1" presStyleIdx="4" presStyleCnt="8">
        <dgm:presLayoutVars>
          <dgm:bulletEnabled val="1"/>
        </dgm:presLayoutVars>
      </dgm:prSet>
      <dgm:spPr/>
    </dgm:pt>
    <dgm:pt modelId="{C76B0124-FB0B-4FE7-BB98-F6F4780ED432}" type="pres">
      <dgm:prSet presAssocID="{AFFA6CE7-E1E2-4D33-AAF4-A02517A2C95B}" presName="sibTrans" presStyleLbl="sibTrans1D1" presStyleIdx="4" presStyleCnt="7"/>
      <dgm:spPr/>
    </dgm:pt>
    <dgm:pt modelId="{3D1EAC86-EF4D-4FC4-B970-FEA6BD88BD48}" type="pres">
      <dgm:prSet presAssocID="{AFFA6CE7-E1E2-4D33-AAF4-A02517A2C95B}" presName="connectorText" presStyleLbl="sibTrans1D1" presStyleIdx="4" presStyleCnt="7"/>
      <dgm:spPr/>
    </dgm:pt>
    <dgm:pt modelId="{CC620400-2F74-4D29-BDAC-89EA9A2B96F9}" type="pres">
      <dgm:prSet presAssocID="{0DF790EC-D25D-435C-A4E5-75EA5FA46A69}" presName="node" presStyleLbl="node1" presStyleIdx="5" presStyleCnt="8">
        <dgm:presLayoutVars>
          <dgm:bulletEnabled val="1"/>
        </dgm:presLayoutVars>
      </dgm:prSet>
      <dgm:spPr/>
    </dgm:pt>
    <dgm:pt modelId="{1E24E573-FA15-4CE8-AC01-1FCF4106DB70}" type="pres">
      <dgm:prSet presAssocID="{1063E08D-595A-4547-87FC-78404CEBFDA5}" presName="sibTrans" presStyleLbl="sibTrans1D1" presStyleIdx="5" presStyleCnt="7"/>
      <dgm:spPr/>
    </dgm:pt>
    <dgm:pt modelId="{E502DA15-4374-40EB-B0B9-DE71CE9B3116}" type="pres">
      <dgm:prSet presAssocID="{1063E08D-595A-4547-87FC-78404CEBFDA5}" presName="connectorText" presStyleLbl="sibTrans1D1" presStyleIdx="5" presStyleCnt="7"/>
      <dgm:spPr/>
    </dgm:pt>
    <dgm:pt modelId="{00160C5E-A38F-4FBB-98E4-A89B688D96D0}" type="pres">
      <dgm:prSet presAssocID="{79675195-CF91-4096-B2EC-07DA905B45A7}" presName="node" presStyleLbl="node1" presStyleIdx="6" presStyleCnt="8">
        <dgm:presLayoutVars>
          <dgm:bulletEnabled val="1"/>
        </dgm:presLayoutVars>
      </dgm:prSet>
      <dgm:spPr/>
    </dgm:pt>
    <dgm:pt modelId="{D2424F1A-FCD4-4AEE-81F6-5C82118B2606}" type="pres">
      <dgm:prSet presAssocID="{6A2D016C-C94D-46DA-856B-AD5B660E903C}" presName="sibTrans" presStyleLbl="sibTrans1D1" presStyleIdx="6" presStyleCnt="7"/>
      <dgm:spPr/>
    </dgm:pt>
    <dgm:pt modelId="{335C51A4-04D0-4BD5-96B5-D6B540B6EE59}" type="pres">
      <dgm:prSet presAssocID="{6A2D016C-C94D-46DA-856B-AD5B660E903C}" presName="connectorText" presStyleLbl="sibTrans1D1" presStyleIdx="6" presStyleCnt="7"/>
      <dgm:spPr/>
    </dgm:pt>
    <dgm:pt modelId="{9FB6CF81-06A3-4CA2-BC3E-4768BD48D81E}" type="pres">
      <dgm:prSet presAssocID="{DAE385D7-ACFD-4A19-9549-3B8D94AAFEBC}" presName="node" presStyleLbl="node1" presStyleIdx="7" presStyleCnt="8">
        <dgm:presLayoutVars>
          <dgm:bulletEnabled val="1"/>
        </dgm:presLayoutVars>
      </dgm:prSet>
      <dgm:spPr/>
    </dgm:pt>
  </dgm:ptLst>
  <dgm:cxnLst>
    <dgm:cxn modelId="{C946B702-02CE-496A-BD58-FDA49554C17E}" type="presOf" srcId="{98E09BAC-B9B1-4CC8-B0EC-759314990E92}" destId="{2EAAD902-99B3-4035-8B77-A901CE97603C}" srcOrd="0" destOrd="0" presId="urn:microsoft.com/office/officeart/2005/8/layout/bProcess3"/>
    <dgm:cxn modelId="{5C5F120C-8FD2-44CC-8609-7719866FBD1D}" type="presOf" srcId="{D7C7484C-D889-41A5-AF4C-A77384E11EB0}" destId="{B48AEBF0-DC76-4915-B0B8-913DA7E5266B}" srcOrd="1" destOrd="0" presId="urn:microsoft.com/office/officeart/2005/8/layout/bProcess3"/>
    <dgm:cxn modelId="{1E44CD0D-9AC3-44E7-82C8-DBEDE7A4F48D}" type="presOf" srcId="{79675195-CF91-4096-B2EC-07DA905B45A7}" destId="{00160C5E-A38F-4FBB-98E4-A89B688D96D0}" srcOrd="0" destOrd="0" presId="urn:microsoft.com/office/officeart/2005/8/layout/bProcess3"/>
    <dgm:cxn modelId="{5028690E-B385-464F-8254-F29D71CAE09A}" srcId="{79675195-CF91-4096-B2EC-07DA905B45A7}" destId="{0129A64E-F6D7-4213-8A2B-372580C43DFE}" srcOrd="1" destOrd="0" parTransId="{EEAAB0BC-05B2-4F07-B9D4-402E34A3AFA0}" sibTransId="{699A3D96-1F15-4F35-8F06-BEFCBC43FD5C}"/>
    <dgm:cxn modelId="{393B880E-89AA-4EB5-A030-B5AEB706C42F}" type="presOf" srcId="{77943BDA-566F-4CE8-A360-8E124CC27B46}" destId="{BC02CA67-958D-4DEB-B77C-30562E13493C}" srcOrd="0" destOrd="2" presId="urn:microsoft.com/office/officeart/2005/8/layout/bProcess3"/>
    <dgm:cxn modelId="{9D81A613-9412-4DFD-8F13-1B8766FFE5CF}" srcId="{A56A4B1F-B151-4EB1-8B03-1370A88B9987}" destId="{5D031703-9761-4638-A971-9261C3D06FB8}" srcOrd="0" destOrd="0" parTransId="{439DB88C-6AEC-468D-A41C-1DD87CDE3D06}" sibTransId="{AC31500B-A1BD-4A21-A6FA-440FD81CCC82}"/>
    <dgm:cxn modelId="{33F0D917-2D3D-41A4-913C-9D8BC50FDA9D}" srcId="{A5387828-EFE8-4AFE-BEB9-07BFB0C6D06A}" destId="{FFD1788F-6202-412E-B0C0-75ED6D82560D}" srcOrd="0" destOrd="0" parTransId="{8224B787-35CD-4CE1-82CB-F5A87B2EA4F5}" sibTransId="{C3ED60EB-8DFC-47B9-80FB-9B6B2BBA7FBA}"/>
    <dgm:cxn modelId="{840A7D18-5E35-422C-A157-B5FC4EADE8C3}" type="presOf" srcId="{0129A64E-F6D7-4213-8A2B-372580C43DFE}" destId="{00160C5E-A38F-4FBB-98E4-A89B688D96D0}" srcOrd="0" destOrd="2" presId="urn:microsoft.com/office/officeart/2005/8/layout/bProcess3"/>
    <dgm:cxn modelId="{9A6E8725-6144-41A7-9E78-FA50BB628FB1}" srcId="{041EFB9B-171F-4AB1-B668-58AAE8E51F75}" destId="{DAE385D7-ACFD-4A19-9549-3B8D94AAFEBC}" srcOrd="7" destOrd="0" parTransId="{3F452E1E-9BA5-4AFA-A3D2-4C70D0EC1655}" sibTransId="{9B141D13-8181-47DF-87B4-D7989F27C4FD}"/>
    <dgm:cxn modelId="{C12F9426-C840-49E5-A95B-55502B82F022}" type="presOf" srcId="{85A100F5-1B07-4113-ADE0-1CD4CB0ED5E4}" destId="{CC620400-2F74-4D29-BDAC-89EA9A2B96F9}" srcOrd="0" destOrd="1" presId="urn:microsoft.com/office/officeart/2005/8/layout/bProcess3"/>
    <dgm:cxn modelId="{04219526-8689-4046-8915-D1F15F3F0DF4}" srcId="{0DF790EC-D25D-435C-A4E5-75EA5FA46A69}" destId="{4E5A5051-FF11-4168-BE98-BB098384D98F}" srcOrd="1" destOrd="0" parTransId="{79986141-6877-4BC7-A817-E1067C7CC140}" sibTransId="{15363AB3-B733-4081-9942-D788E160A845}"/>
    <dgm:cxn modelId="{73A47728-6CB3-44FF-AA41-AA4CA317B41A}" type="presOf" srcId="{A56A4B1F-B151-4EB1-8B03-1370A88B9987}" destId="{EB814AAD-C052-47B5-93AE-57DCF75A2DD3}" srcOrd="0" destOrd="0" presId="urn:microsoft.com/office/officeart/2005/8/layout/bProcess3"/>
    <dgm:cxn modelId="{FC98F528-3920-42A1-B74D-A884D546F0ED}" type="presOf" srcId="{4E5A5051-FF11-4168-BE98-BB098384D98F}" destId="{CC620400-2F74-4D29-BDAC-89EA9A2B96F9}" srcOrd="0" destOrd="2" presId="urn:microsoft.com/office/officeart/2005/8/layout/bProcess3"/>
    <dgm:cxn modelId="{4C07622A-A89C-4543-9926-284CBE11750F}" srcId="{041EFB9B-171F-4AB1-B668-58AAE8E51F75}" destId="{6F36305E-2FAA-45DF-AA68-639405453350}" srcOrd="2" destOrd="0" parTransId="{B4C57455-AA30-4125-93B9-AEAA1930716D}" sibTransId="{09CE8ED5-E2C1-409F-AF6E-92EBD2CC67E6}"/>
    <dgm:cxn modelId="{A40E202C-4032-451D-AB6E-8170967978B0}" srcId="{79675195-CF91-4096-B2EC-07DA905B45A7}" destId="{6A53596C-AB8F-4594-9B93-8824A9E3CF62}" srcOrd="0" destOrd="0" parTransId="{9E030180-BE21-44CA-9F70-CC0AC1A03BEE}" sibTransId="{373D3CDF-B499-4D3C-B793-EBB385A0794F}"/>
    <dgm:cxn modelId="{8963162D-382F-46FF-A9FF-1CEA2AFBA682}" type="presOf" srcId="{AFFA6CE7-E1E2-4D33-AAF4-A02517A2C95B}" destId="{C76B0124-FB0B-4FE7-BB98-F6F4780ED432}" srcOrd="0" destOrd="0" presId="urn:microsoft.com/office/officeart/2005/8/layout/bProcess3"/>
    <dgm:cxn modelId="{F1A9132E-0E50-4F58-A91F-AFBB4485FF3F}" srcId="{041EFB9B-171F-4AB1-B668-58AAE8E51F75}" destId="{A56A4B1F-B151-4EB1-8B03-1370A88B9987}" srcOrd="3" destOrd="0" parTransId="{8851318A-F54E-42C6-917E-AA444B4C4EBF}" sibTransId="{4838F3E8-4E3D-4AAA-B15C-CE07685049C0}"/>
    <dgm:cxn modelId="{F2A25139-29BC-42FD-9FBF-8CAE8DB06231}" type="presOf" srcId="{09CE8ED5-E2C1-409F-AF6E-92EBD2CC67E6}" destId="{CF8F1375-2D2B-4713-AD9D-657D7F6574B0}" srcOrd="1" destOrd="0" presId="urn:microsoft.com/office/officeart/2005/8/layout/bProcess3"/>
    <dgm:cxn modelId="{8A49493C-D9FF-45D4-BFDF-E6B73B8F94A7}" type="presOf" srcId="{1063E08D-595A-4547-87FC-78404CEBFDA5}" destId="{1E24E573-FA15-4CE8-AC01-1FCF4106DB70}" srcOrd="0" destOrd="0" presId="urn:microsoft.com/office/officeart/2005/8/layout/bProcess3"/>
    <dgm:cxn modelId="{DA590860-7621-4E71-80CE-5D83134761CA}" type="presOf" srcId="{041EFB9B-171F-4AB1-B668-58AAE8E51F75}" destId="{956DACC1-6B7E-4BB7-A0B8-7C68425C6085}" srcOrd="0" destOrd="0" presId="urn:microsoft.com/office/officeart/2005/8/layout/bProcess3"/>
    <dgm:cxn modelId="{A5F24B63-D866-4FBB-8374-A0B6FA68CF82}" type="presOf" srcId="{D7C7484C-D889-41A5-AF4C-A77384E11EB0}" destId="{87E37EAC-67A9-40BD-9ABA-396D5A3939CC}" srcOrd="0" destOrd="0" presId="urn:microsoft.com/office/officeart/2005/8/layout/bProcess3"/>
    <dgm:cxn modelId="{9DC71044-4785-4E58-991C-E075431AD44B}" type="presOf" srcId="{FFD1788F-6202-412E-B0C0-75ED6D82560D}" destId="{4F714CDB-F6BE-447C-A1FB-E74AA61CA525}" srcOrd="0" destOrd="1" presId="urn:microsoft.com/office/officeart/2005/8/layout/bProcess3"/>
    <dgm:cxn modelId="{CD03C54E-D65D-457C-BB15-217B91183981}" srcId="{041EFB9B-171F-4AB1-B668-58AAE8E51F75}" destId="{A5387828-EFE8-4AFE-BEB9-07BFB0C6D06A}" srcOrd="0" destOrd="0" parTransId="{929AB399-A7DB-4F8F-B7CC-7226EDE4E22A}" sibTransId="{D7C7484C-D889-41A5-AF4C-A77384E11EB0}"/>
    <dgm:cxn modelId="{DB12D56E-47AD-44AE-BC68-EC20BBD2AEF0}" srcId="{0DF790EC-D25D-435C-A4E5-75EA5FA46A69}" destId="{85A100F5-1B07-4113-ADE0-1CD4CB0ED5E4}" srcOrd="0" destOrd="0" parTransId="{C28961E3-F5D0-4E98-802C-252E706CDBE9}" sibTransId="{8B7118E3-B672-4C85-B98B-D265E91EAB36}"/>
    <dgm:cxn modelId="{CAB3E84F-0C44-41B8-9FC1-87A061D6795B}" type="presOf" srcId="{C9279A34-6A31-4408-83EA-CB72244F70CB}" destId="{9FB6CF81-06A3-4CA2-BC3E-4768BD48D81E}" srcOrd="0" destOrd="2" presId="urn:microsoft.com/office/officeart/2005/8/layout/bProcess3"/>
    <dgm:cxn modelId="{35F02476-4D8B-4163-9A27-E7513F26BF3A}" type="presOf" srcId="{1063E08D-595A-4547-87FC-78404CEBFDA5}" destId="{E502DA15-4374-40EB-B0B9-DE71CE9B3116}" srcOrd="1" destOrd="0" presId="urn:microsoft.com/office/officeart/2005/8/layout/bProcess3"/>
    <dgm:cxn modelId="{FD4D3976-E0AD-4DDE-BEC3-4427B1F706BC}" srcId="{041EFB9B-171F-4AB1-B668-58AAE8E51F75}" destId="{79675195-CF91-4096-B2EC-07DA905B45A7}" srcOrd="6" destOrd="0" parTransId="{831C743C-EB78-4B59-8A1E-DDCA1EB01171}" sibTransId="{6A2D016C-C94D-46DA-856B-AD5B660E903C}"/>
    <dgm:cxn modelId="{16088D76-7030-404A-9548-E13DBAA9DD72}" type="presOf" srcId="{4838F3E8-4E3D-4AAA-B15C-CE07685049C0}" destId="{D71FCDD0-3605-4F61-B247-8AB92CEBA58F}" srcOrd="0" destOrd="0" presId="urn:microsoft.com/office/officeart/2005/8/layout/bProcess3"/>
    <dgm:cxn modelId="{A38DCC56-2DA9-4A86-82A1-A754DB5ABA73}" srcId="{DAE385D7-ACFD-4A19-9549-3B8D94AAFEBC}" destId="{7E1432CE-F8DC-4189-8CC4-368FE123D484}" srcOrd="0" destOrd="0" parTransId="{0FE8A622-A6F8-48BD-92C1-477B953E7789}" sibTransId="{4720D8D4-EF5B-41BB-8626-C90F2B98FC03}"/>
    <dgm:cxn modelId="{E490FE76-3674-42F1-BD09-3DEEF742A9CF}" srcId="{5D250AA7-AB68-415F-B8FF-AFD6326BAE83}" destId="{6D25B41B-1706-49B8-8C22-139CF6C6352B}" srcOrd="0" destOrd="0" parTransId="{BE77585D-0091-4C83-B440-271D60F75748}" sibTransId="{9DF2DC9A-55D0-4C39-925B-9A2007B9D559}"/>
    <dgm:cxn modelId="{0BFE5657-E7C8-418F-9F9A-C6FA59B86B9A}" srcId="{041EFB9B-171F-4AB1-B668-58AAE8E51F75}" destId="{5D250AA7-AB68-415F-B8FF-AFD6326BAE83}" srcOrd="4" destOrd="0" parTransId="{8E909CB2-0BF5-4565-8A77-1F90DABF7B2D}" sibTransId="{AFFA6CE7-E1E2-4D33-AAF4-A02517A2C95B}"/>
    <dgm:cxn modelId="{7DF6E959-959C-46AC-847F-96EFE63BCEB7}" type="presOf" srcId="{D23C70D6-76FA-4305-8D30-CC92A1DF11A7}" destId="{3B045B17-893D-4C42-AFDD-53A9A303D746}" srcOrd="0" destOrd="2" presId="urn:microsoft.com/office/officeart/2005/8/layout/bProcess3"/>
    <dgm:cxn modelId="{1A0D167F-8DD3-47B2-8D22-3309FFDB0C35}" srcId="{041EFB9B-171F-4AB1-B668-58AAE8E51F75}" destId="{98E09BAC-B9B1-4CC8-B0EC-759314990E92}" srcOrd="1" destOrd="0" parTransId="{1BEEA2FF-81C3-46BB-B314-EB6C5F3DE334}" sibTransId="{9872542C-CAAA-4B33-88C2-5DC3892ECE09}"/>
    <dgm:cxn modelId="{22350280-38ED-4BEB-A1E7-9273E0E51CD1}" type="presOf" srcId="{7E1432CE-F8DC-4189-8CC4-368FE123D484}" destId="{9FB6CF81-06A3-4CA2-BC3E-4768BD48D81E}" srcOrd="0" destOrd="1" presId="urn:microsoft.com/office/officeart/2005/8/layout/bProcess3"/>
    <dgm:cxn modelId="{AD785680-9034-4691-AC2D-80A251AB863A}" type="presOf" srcId="{6A2D016C-C94D-46DA-856B-AD5B660E903C}" destId="{D2424F1A-FCD4-4AEE-81F6-5C82118B2606}" srcOrd="0" destOrd="0" presId="urn:microsoft.com/office/officeart/2005/8/layout/bProcess3"/>
    <dgm:cxn modelId="{148AC682-EE40-4F04-ACAC-8AA0DEF56719}" type="presOf" srcId="{0DF790EC-D25D-435C-A4E5-75EA5FA46A69}" destId="{CC620400-2F74-4D29-BDAC-89EA9A2B96F9}" srcOrd="0" destOrd="0" presId="urn:microsoft.com/office/officeart/2005/8/layout/bProcess3"/>
    <dgm:cxn modelId="{5129CF84-2596-440F-ACD7-7FE147D270E5}" type="presOf" srcId="{38B9ECE9-9E51-4FEC-8BF4-5F0B965ED768}" destId="{4F714CDB-F6BE-447C-A1FB-E74AA61CA525}" srcOrd="0" destOrd="2" presId="urn:microsoft.com/office/officeart/2005/8/layout/bProcess3"/>
    <dgm:cxn modelId="{A32AB28C-520C-4D0A-965A-DED4506ED0B7}" type="presOf" srcId="{15A1DE86-C666-4308-AB0F-05769B011E19}" destId="{2EAAD902-99B3-4035-8B77-A901CE97603C}" srcOrd="0" destOrd="1" presId="urn:microsoft.com/office/officeart/2005/8/layout/bProcess3"/>
    <dgm:cxn modelId="{1C556B8F-7408-416C-B18B-175675FB6888}" type="presOf" srcId="{9872542C-CAAA-4B33-88C2-5DC3892ECE09}" destId="{360CCBDE-BF64-4F92-B3F7-FED6F51C109E}" srcOrd="1" destOrd="0" presId="urn:microsoft.com/office/officeart/2005/8/layout/bProcess3"/>
    <dgm:cxn modelId="{020CDB8F-D12A-412C-B3BF-F12A3809922C}" type="presOf" srcId="{A5387828-EFE8-4AFE-BEB9-07BFB0C6D06A}" destId="{4F714CDB-F6BE-447C-A1FB-E74AA61CA525}" srcOrd="0" destOrd="0" presId="urn:microsoft.com/office/officeart/2005/8/layout/bProcess3"/>
    <dgm:cxn modelId="{A4E1DB97-E80A-4017-A29A-9DF114252CFE}" type="presOf" srcId="{537C8EF6-F5FC-4957-84C7-0F8712A9BF69}" destId="{3B045B17-893D-4C42-AFDD-53A9A303D746}" srcOrd="0" destOrd="1" presId="urn:microsoft.com/office/officeart/2005/8/layout/bProcess3"/>
    <dgm:cxn modelId="{11ECEA99-4122-419A-87D8-43D73115CDCD}" type="presOf" srcId="{09CE8ED5-E2C1-409F-AF6E-92EBD2CC67E6}" destId="{B4052A57-39F6-4E24-9D64-6BB380D82796}" srcOrd="0" destOrd="0" presId="urn:microsoft.com/office/officeart/2005/8/layout/bProcess3"/>
    <dgm:cxn modelId="{CD87F89B-E08B-4993-A91F-C6CC458CB645}" srcId="{6F36305E-2FAA-45DF-AA68-639405453350}" destId="{537C8EF6-F5FC-4957-84C7-0F8712A9BF69}" srcOrd="0" destOrd="0" parTransId="{B78B31BE-BAAC-4D2E-9313-6B781F0FF4EB}" sibTransId="{8F0D50E6-A2F9-4347-A2F0-60CAADA0996B}"/>
    <dgm:cxn modelId="{1E7ECF9F-E463-4073-AEFC-0966FD27E9B6}" srcId="{6F36305E-2FAA-45DF-AA68-639405453350}" destId="{7B4F7AD1-9CC2-46B0-85CD-BB54B000C344}" srcOrd="2" destOrd="0" parTransId="{322ABD3B-9F5C-43A8-BFC4-124261F49FBE}" sibTransId="{B92D871B-2C31-43DB-953D-49BC9C3539BB}"/>
    <dgm:cxn modelId="{5D6366A4-4E92-4D05-BA07-993FE916B952}" type="presOf" srcId="{9872542C-CAAA-4B33-88C2-5DC3892ECE09}" destId="{DD7C45F9-EAD0-461A-8580-53322109C093}" srcOrd="0" destOrd="0" presId="urn:microsoft.com/office/officeart/2005/8/layout/bProcess3"/>
    <dgm:cxn modelId="{73CA41AF-024B-4838-AB72-FDD944879B0F}" type="presOf" srcId="{DAE385D7-ACFD-4A19-9549-3B8D94AAFEBC}" destId="{9FB6CF81-06A3-4CA2-BC3E-4768BD48D81E}" srcOrd="0" destOrd="0" presId="urn:microsoft.com/office/officeart/2005/8/layout/bProcess3"/>
    <dgm:cxn modelId="{0987DEAF-94ED-425C-9DB0-989C885A12A9}" type="presOf" srcId="{7B4F7AD1-9CC2-46B0-85CD-BB54B000C344}" destId="{3B045B17-893D-4C42-AFDD-53A9A303D746}" srcOrd="0" destOrd="3" presId="urn:microsoft.com/office/officeart/2005/8/layout/bProcess3"/>
    <dgm:cxn modelId="{ED7D7CB1-6E37-4A24-85A3-4909F3351073}" srcId="{041EFB9B-171F-4AB1-B668-58AAE8E51F75}" destId="{0DF790EC-D25D-435C-A4E5-75EA5FA46A69}" srcOrd="5" destOrd="0" parTransId="{82D235FD-EB9F-4719-B7DC-3C6E171F67F9}" sibTransId="{1063E08D-595A-4547-87FC-78404CEBFDA5}"/>
    <dgm:cxn modelId="{FA3902B4-353F-4548-A2E0-D84FF328A265}" type="presOf" srcId="{789FB7D2-F9B5-4519-96FD-D403241AC49B}" destId="{BC02CA67-958D-4DEB-B77C-30562E13493C}" srcOrd="0" destOrd="3" presId="urn:microsoft.com/office/officeart/2005/8/layout/bProcess3"/>
    <dgm:cxn modelId="{D9BA2EBB-C5DB-4DD7-81D2-D1937339C499}" srcId="{5D250AA7-AB68-415F-B8FF-AFD6326BAE83}" destId="{789FB7D2-F9B5-4519-96FD-D403241AC49B}" srcOrd="2" destOrd="0" parTransId="{6C759888-262E-4EE7-BE26-970A2D048045}" sibTransId="{18CE758B-AE11-4ACB-AAFE-C8CEE1CE10C3}"/>
    <dgm:cxn modelId="{ADDADBC0-90A5-408C-AD38-AD8EB6225BCF}" type="presOf" srcId="{AFFA6CE7-E1E2-4D33-AAF4-A02517A2C95B}" destId="{3D1EAC86-EF4D-4FC4-B970-FEA6BD88BD48}" srcOrd="1" destOrd="0" presId="urn:microsoft.com/office/officeart/2005/8/layout/bProcess3"/>
    <dgm:cxn modelId="{4EB71DC2-8BBD-4BC5-9D52-C4D9D7E6DFA0}" srcId="{6F36305E-2FAA-45DF-AA68-639405453350}" destId="{D23C70D6-76FA-4305-8D30-CC92A1DF11A7}" srcOrd="1" destOrd="0" parTransId="{9283F6B4-E10C-4555-8419-56DB26B5C9E0}" sibTransId="{97C878FB-9BE1-4EC5-B1CB-08F978D835E3}"/>
    <dgm:cxn modelId="{8583CAC6-3D75-4BE4-9DFC-351B14A0CE22}" type="presOf" srcId="{5D031703-9761-4638-A971-9261C3D06FB8}" destId="{EB814AAD-C052-47B5-93AE-57DCF75A2DD3}" srcOrd="0" destOrd="1" presId="urn:microsoft.com/office/officeart/2005/8/layout/bProcess3"/>
    <dgm:cxn modelId="{99A78FCC-5A0C-4EAF-BF45-64BF5C28BA5E}" type="presOf" srcId="{6D25B41B-1706-49B8-8C22-139CF6C6352B}" destId="{BC02CA67-958D-4DEB-B77C-30562E13493C}" srcOrd="0" destOrd="1" presId="urn:microsoft.com/office/officeart/2005/8/layout/bProcess3"/>
    <dgm:cxn modelId="{A32694CF-A092-49A7-9B50-62F49E3406B2}" type="presOf" srcId="{6A53596C-AB8F-4594-9B93-8824A9E3CF62}" destId="{00160C5E-A38F-4FBB-98E4-A89B688D96D0}" srcOrd="0" destOrd="1" presId="urn:microsoft.com/office/officeart/2005/8/layout/bProcess3"/>
    <dgm:cxn modelId="{31607AD4-656D-49F4-A2D5-4F3EAC5805B8}" type="presOf" srcId="{6A2D016C-C94D-46DA-856B-AD5B660E903C}" destId="{335C51A4-04D0-4BD5-96B5-D6B540B6EE59}" srcOrd="1" destOrd="0" presId="urn:microsoft.com/office/officeart/2005/8/layout/bProcess3"/>
    <dgm:cxn modelId="{C85BA2D6-B484-452D-8DBC-1AADD93424B3}" srcId="{5D250AA7-AB68-415F-B8FF-AFD6326BAE83}" destId="{77943BDA-566F-4CE8-A360-8E124CC27B46}" srcOrd="1" destOrd="0" parTransId="{FE2C85BC-690D-4260-8148-77F98A307564}" sibTransId="{3DDCAE2A-2F80-45A2-9B81-0A66A59DC807}"/>
    <dgm:cxn modelId="{D3291DE4-6760-4600-9F40-C052E5BA2104}" srcId="{98E09BAC-B9B1-4CC8-B0EC-759314990E92}" destId="{15A1DE86-C666-4308-AB0F-05769B011E19}" srcOrd="0" destOrd="0" parTransId="{17EEDB6F-8480-45D9-8A83-7BB2C38E00C8}" sibTransId="{8A1448B1-5BE5-438E-B882-362D393D745F}"/>
    <dgm:cxn modelId="{8547F2EA-A2B0-4294-B9FC-EB2AA31472BB}" type="presOf" srcId="{6F36305E-2FAA-45DF-AA68-639405453350}" destId="{3B045B17-893D-4C42-AFDD-53A9A303D746}" srcOrd="0" destOrd="0" presId="urn:microsoft.com/office/officeart/2005/8/layout/bProcess3"/>
    <dgm:cxn modelId="{6761AAF4-5153-4742-854E-B7669C3815CE}" type="presOf" srcId="{5D250AA7-AB68-415F-B8FF-AFD6326BAE83}" destId="{BC02CA67-958D-4DEB-B77C-30562E13493C}" srcOrd="0" destOrd="0" presId="urn:microsoft.com/office/officeart/2005/8/layout/bProcess3"/>
    <dgm:cxn modelId="{86E87EFA-B2EF-4138-ABAD-A2D42DAB0722}" srcId="{A5387828-EFE8-4AFE-BEB9-07BFB0C6D06A}" destId="{38B9ECE9-9E51-4FEC-8BF4-5F0B965ED768}" srcOrd="1" destOrd="0" parTransId="{F9F3F1A4-7A99-495C-BF74-4E4E49022A2E}" sibTransId="{1E1D62BB-0937-481F-8F88-1FE472503E02}"/>
    <dgm:cxn modelId="{A6B35FFC-772F-4A72-8D38-7363E2916DDE}" srcId="{DAE385D7-ACFD-4A19-9549-3B8D94AAFEBC}" destId="{C9279A34-6A31-4408-83EA-CB72244F70CB}" srcOrd="1" destOrd="0" parTransId="{F5873CAE-3F1E-4430-BDAE-7969213FECDF}" sibTransId="{9819C42F-FBF1-4BF6-B72F-EBC0B1CAB524}"/>
    <dgm:cxn modelId="{E2A4B3FC-B853-42AB-B8E7-9205CEADEC84}" type="presOf" srcId="{4838F3E8-4E3D-4AAA-B15C-CE07685049C0}" destId="{08A60800-410D-4168-AD8B-CED1A94D9D8A}" srcOrd="1" destOrd="0" presId="urn:microsoft.com/office/officeart/2005/8/layout/bProcess3"/>
    <dgm:cxn modelId="{48DFF781-DEC0-462F-90DF-44B208EB5F63}" type="presParOf" srcId="{956DACC1-6B7E-4BB7-A0B8-7C68425C6085}" destId="{4F714CDB-F6BE-447C-A1FB-E74AA61CA525}" srcOrd="0" destOrd="0" presId="urn:microsoft.com/office/officeart/2005/8/layout/bProcess3"/>
    <dgm:cxn modelId="{26926848-908F-4FDD-B71B-FAF52F090685}" type="presParOf" srcId="{956DACC1-6B7E-4BB7-A0B8-7C68425C6085}" destId="{87E37EAC-67A9-40BD-9ABA-396D5A3939CC}" srcOrd="1" destOrd="0" presId="urn:microsoft.com/office/officeart/2005/8/layout/bProcess3"/>
    <dgm:cxn modelId="{38AA9FD0-762D-4B71-980B-E81325020867}" type="presParOf" srcId="{87E37EAC-67A9-40BD-9ABA-396D5A3939CC}" destId="{B48AEBF0-DC76-4915-B0B8-913DA7E5266B}" srcOrd="0" destOrd="0" presId="urn:microsoft.com/office/officeart/2005/8/layout/bProcess3"/>
    <dgm:cxn modelId="{06A3DD80-CE7D-4D26-8031-EA88C3109E5A}" type="presParOf" srcId="{956DACC1-6B7E-4BB7-A0B8-7C68425C6085}" destId="{2EAAD902-99B3-4035-8B77-A901CE97603C}" srcOrd="2" destOrd="0" presId="urn:microsoft.com/office/officeart/2005/8/layout/bProcess3"/>
    <dgm:cxn modelId="{78AB8110-54E9-4564-A78B-77D04761E79F}" type="presParOf" srcId="{956DACC1-6B7E-4BB7-A0B8-7C68425C6085}" destId="{DD7C45F9-EAD0-461A-8580-53322109C093}" srcOrd="3" destOrd="0" presId="urn:microsoft.com/office/officeart/2005/8/layout/bProcess3"/>
    <dgm:cxn modelId="{07A47AF7-AA35-4E25-A08D-5B723F8E2B37}" type="presParOf" srcId="{DD7C45F9-EAD0-461A-8580-53322109C093}" destId="{360CCBDE-BF64-4F92-B3F7-FED6F51C109E}" srcOrd="0" destOrd="0" presId="urn:microsoft.com/office/officeart/2005/8/layout/bProcess3"/>
    <dgm:cxn modelId="{51A2E8C7-C517-4AE1-89BE-A6481897491C}" type="presParOf" srcId="{956DACC1-6B7E-4BB7-A0B8-7C68425C6085}" destId="{3B045B17-893D-4C42-AFDD-53A9A303D746}" srcOrd="4" destOrd="0" presId="urn:microsoft.com/office/officeart/2005/8/layout/bProcess3"/>
    <dgm:cxn modelId="{3EAC375E-3346-4E90-9A2B-86627BFD1BC1}" type="presParOf" srcId="{956DACC1-6B7E-4BB7-A0B8-7C68425C6085}" destId="{B4052A57-39F6-4E24-9D64-6BB380D82796}" srcOrd="5" destOrd="0" presId="urn:microsoft.com/office/officeart/2005/8/layout/bProcess3"/>
    <dgm:cxn modelId="{8A2F6F6E-E953-46CC-9624-FC1666942B2A}" type="presParOf" srcId="{B4052A57-39F6-4E24-9D64-6BB380D82796}" destId="{CF8F1375-2D2B-4713-AD9D-657D7F6574B0}" srcOrd="0" destOrd="0" presId="urn:microsoft.com/office/officeart/2005/8/layout/bProcess3"/>
    <dgm:cxn modelId="{559C3646-139F-4D66-A7BE-4778BD3772D6}" type="presParOf" srcId="{956DACC1-6B7E-4BB7-A0B8-7C68425C6085}" destId="{EB814AAD-C052-47B5-93AE-57DCF75A2DD3}" srcOrd="6" destOrd="0" presId="urn:microsoft.com/office/officeart/2005/8/layout/bProcess3"/>
    <dgm:cxn modelId="{E8860FC4-6DDC-4921-AE85-EE91C5277C60}" type="presParOf" srcId="{956DACC1-6B7E-4BB7-A0B8-7C68425C6085}" destId="{D71FCDD0-3605-4F61-B247-8AB92CEBA58F}" srcOrd="7" destOrd="0" presId="urn:microsoft.com/office/officeart/2005/8/layout/bProcess3"/>
    <dgm:cxn modelId="{58CDC821-441F-414D-AAE2-34343DFCEAB6}" type="presParOf" srcId="{D71FCDD0-3605-4F61-B247-8AB92CEBA58F}" destId="{08A60800-410D-4168-AD8B-CED1A94D9D8A}" srcOrd="0" destOrd="0" presId="urn:microsoft.com/office/officeart/2005/8/layout/bProcess3"/>
    <dgm:cxn modelId="{596CFF5A-F731-4C46-AAA3-94B29061826D}" type="presParOf" srcId="{956DACC1-6B7E-4BB7-A0B8-7C68425C6085}" destId="{BC02CA67-958D-4DEB-B77C-30562E13493C}" srcOrd="8" destOrd="0" presId="urn:microsoft.com/office/officeart/2005/8/layout/bProcess3"/>
    <dgm:cxn modelId="{9B1F854B-A4AB-4113-A432-ACA1ACF25570}" type="presParOf" srcId="{956DACC1-6B7E-4BB7-A0B8-7C68425C6085}" destId="{C76B0124-FB0B-4FE7-BB98-F6F4780ED432}" srcOrd="9" destOrd="0" presId="urn:microsoft.com/office/officeart/2005/8/layout/bProcess3"/>
    <dgm:cxn modelId="{28658A46-9DEC-4701-A624-CA06A545ACA2}" type="presParOf" srcId="{C76B0124-FB0B-4FE7-BB98-F6F4780ED432}" destId="{3D1EAC86-EF4D-4FC4-B970-FEA6BD88BD48}" srcOrd="0" destOrd="0" presId="urn:microsoft.com/office/officeart/2005/8/layout/bProcess3"/>
    <dgm:cxn modelId="{CB59B10B-1AD6-42A2-9FA7-9EC7008E5809}" type="presParOf" srcId="{956DACC1-6B7E-4BB7-A0B8-7C68425C6085}" destId="{CC620400-2F74-4D29-BDAC-89EA9A2B96F9}" srcOrd="10" destOrd="0" presId="urn:microsoft.com/office/officeart/2005/8/layout/bProcess3"/>
    <dgm:cxn modelId="{CB815E84-8C33-45AE-9B96-F10CD949ED95}" type="presParOf" srcId="{956DACC1-6B7E-4BB7-A0B8-7C68425C6085}" destId="{1E24E573-FA15-4CE8-AC01-1FCF4106DB70}" srcOrd="11" destOrd="0" presId="urn:microsoft.com/office/officeart/2005/8/layout/bProcess3"/>
    <dgm:cxn modelId="{BE0610EC-F832-4E55-AC60-FA098634B998}" type="presParOf" srcId="{1E24E573-FA15-4CE8-AC01-1FCF4106DB70}" destId="{E502DA15-4374-40EB-B0B9-DE71CE9B3116}" srcOrd="0" destOrd="0" presId="urn:microsoft.com/office/officeart/2005/8/layout/bProcess3"/>
    <dgm:cxn modelId="{B4935519-EE13-4D3F-8BF6-72BDBF5D89DB}" type="presParOf" srcId="{956DACC1-6B7E-4BB7-A0B8-7C68425C6085}" destId="{00160C5E-A38F-4FBB-98E4-A89B688D96D0}" srcOrd="12" destOrd="0" presId="urn:microsoft.com/office/officeart/2005/8/layout/bProcess3"/>
    <dgm:cxn modelId="{84412F71-64C7-47D4-9AB2-79E805AA44D9}" type="presParOf" srcId="{956DACC1-6B7E-4BB7-A0B8-7C68425C6085}" destId="{D2424F1A-FCD4-4AEE-81F6-5C82118B2606}" srcOrd="13" destOrd="0" presId="urn:microsoft.com/office/officeart/2005/8/layout/bProcess3"/>
    <dgm:cxn modelId="{784DD7BE-5DC4-4F52-B0AE-44EB9F135836}" type="presParOf" srcId="{D2424F1A-FCD4-4AEE-81F6-5C82118B2606}" destId="{335C51A4-04D0-4BD5-96B5-D6B540B6EE59}" srcOrd="0" destOrd="0" presId="urn:microsoft.com/office/officeart/2005/8/layout/bProcess3"/>
    <dgm:cxn modelId="{D829D1D2-BE69-48CD-954D-8DD9E7E300DA}" type="presParOf" srcId="{956DACC1-6B7E-4BB7-A0B8-7C68425C6085}" destId="{9FB6CF81-06A3-4CA2-BC3E-4768BD48D81E}" srcOrd="1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72F134-59C1-46FF-8DF0-89B0184D93E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B915B1B0-2D78-4281-A5B1-850D3E856680}">
      <dgm:prSet phldrT="[Text]"/>
      <dgm:spPr/>
      <dgm:t>
        <a:bodyPr/>
        <a:lstStyle/>
        <a:p>
          <a:pPr>
            <a:buNone/>
          </a:pPr>
          <a:r>
            <a:rPr lang="en-IN" b="0"/>
            <a:t>Model Training Performance</a:t>
          </a:r>
        </a:p>
      </dgm:t>
    </dgm:pt>
    <dgm:pt modelId="{21A439D2-8A46-4DE0-BBD1-C1D518454A33}" type="parTrans" cxnId="{394202F4-2B28-43DF-AC88-EA0463420AF6}">
      <dgm:prSet/>
      <dgm:spPr/>
      <dgm:t>
        <a:bodyPr/>
        <a:lstStyle/>
        <a:p>
          <a:endParaRPr lang="en-IN"/>
        </a:p>
      </dgm:t>
    </dgm:pt>
    <dgm:pt modelId="{7519DD0E-1CC9-40FF-97AC-FA306BDCA51C}" type="sibTrans" cxnId="{394202F4-2B28-43DF-AC88-EA0463420AF6}">
      <dgm:prSet/>
      <dgm:spPr/>
      <dgm:t>
        <a:bodyPr/>
        <a:lstStyle/>
        <a:p>
          <a:endParaRPr lang="en-IN"/>
        </a:p>
      </dgm:t>
    </dgm:pt>
    <dgm:pt modelId="{FCE275C8-192B-4AA0-8F1F-D3359C309861}">
      <dgm:prSet phldrT="[Text]"/>
      <dgm:spPr/>
      <dgm:t>
        <a:bodyPr/>
        <a:lstStyle/>
        <a:p>
          <a:pPr>
            <a:buFont typeface="Arial" panose="020B0604020202020204" pitchFamily="34" charset="0"/>
            <a:buChar char="•"/>
          </a:pPr>
          <a:r>
            <a:rPr lang="en-IN" b="0" dirty="0"/>
            <a:t>Trained for 15 epochs on FER dataset </a:t>
          </a:r>
        </a:p>
      </dgm:t>
    </dgm:pt>
    <dgm:pt modelId="{1BF2CDFC-2A84-4E0B-9803-02D938C8918C}" type="parTrans" cxnId="{8612411A-7551-4485-B3F4-95CBCC4F29E5}">
      <dgm:prSet/>
      <dgm:spPr/>
      <dgm:t>
        <a:bodyPr/>
        <a:lstStyle/>
        <a:p>
          <a:endParaRPr lang="en-IN"/>
        </a:p>
      </dgm:t>
    </dgm:pt>
    <dgm:pt modelId="{6E78D652-E2D5-415F-B4AC-6008DDEA9BB1}" type="sibTrans" cxnId="{8612411A-7551-4485-B3F4-95CBCC4F29E5}">
      <dgm:prSet/>
      <dgm:spPr/>
      <dgm:t>
        <a:bodyPr/>
        <a:lstStyle/>
        <a:p>
          <a:endParaRPr lang="en-IN"/>
        </a:p>
      </dgm:t>
    </dgm:pt>
    <dgm:pt modelId="{6D63FD5E-9C57-48F7-BD99-9DE138531E81}">
      <dgm:prSet phldrT="[Text]"/>
      <dgm:spPr/>
      <dgm:t>
        <a:bodyPr/>
        <a:lstStyle/>
        <a:p>
          <a:pPr>
            <a:buNone/>
          </a:pPr>
          <a:r>
            <a:rPr lang="en-IN" b="0" dirty="0"/>
            <a:t>Model Evaluation </a:t>
          </a:r>
        </a:p>
      </dgm:t>
    </dgm:pt>
    <dgm:pt modelId="{3B11B195-A415-4B31-AC68-6C860D771E49}" type="parTrans" cxnId="{13A56A68-BB51-4613-B7A1-CD100B8E5811}">
      <dgm:prSet/>
      <dgm:spPr/>
      <dgm:t>
        <a:bodyPr/>
        <a:lstStyle/>
        <a:p>
          <a:endParaRPr lang="en-IN"/>
        </a:p>
      </dgm:t>
    </dgm:pt>
    <dgm:pt modelId="{7CCA9B76-9929-48BD-981A-07950B4EECEA}" type="sibTrans" cxnId="{13A56A68-BB51-4613-B7A1-CD100B8E5811}">
      <dgm:prSet/>
      <dgm:spPr/>
      <dgm:t>
        <a:bodyPr/>
        <a:lstStyle/>
        <a:p>
          <a:endParaRPr lang="en-IN"/>
        </a:p>
      </dgm:t>
    </dgm:pt>
    <dgm:pt modelId="{222DC3A6-01CA-42A0-8E7E-CF2B0DDFD8F1}">
      <dgm:prSet phldrT="[Text]"/>
      <dgm:spPr/>
      <dgm:t>
        <a:bodyPr/>
        <a:lstStyle/>
        <a:p>
          <a:pPr>
            <a:buFont typeface="Arial" panose="020B0604020202020204" pitchFamily="34" charset="0"/>
            <a:buChar char="•"/>
          </a:pPr>
          <a:r>
            <a:rPr lang="en-US" b="0" dirty="0"/>
            <a:t>Final Test Accuracy: 57.5%</a:t>
          </a:r>
          <a:endParaRPr lang="en-IN" b="0" dirty="0"/>
        </a:p>
      </dgm:t>
    </dgm:pt>
    <dgm:pt modelId="{E6067593-A3AC-4802-961D-4E5E17FAE1DA}" type="parTrans" cxnId="{EBA212FD-5DF1-4B2F-A53F-8BA1EB044138}">
      <dgm:prSet/>
      <dgm:spPr/>
      <dgm:t>
        <a:bodyPr/>
        <a:lstStyle/>
        <a:p>
          <a:endParaRPr lang="en-IN"/>
        </a:p>
      </dgm:t>
    </dgm:pt>
    <dgm:pt modelId="{9465D4F9-3C94-4C76-9B6E-D349828DF9ED}" type="sibTrans" cxnId="{EBA212FD-5DF1-4B2F-A53F-8BA1EB044138}">
      <dgm:prSet/>
      <dgm:spPr/>
      <dgm:t>
        <a:bodyPr/>
        <a:lstStyle/>
        <a:p>
          <a:endParaRPr lang="en-IN"/>
        </a:p>
      </dgm:t>
    </dgm:pt>
    <dgm:pt modelId="{A33DBB1E-65D6-4520-A903-99FE90CA847F}">
      <dgm:prSet phldrT="[Text]"/>
      <dgm:spPr/>
      <dgm:t>
        <a:bodyPr/>
        <a:lstStyle/>
        <a:p>
          <a:pPr>
            <a:buNone/>
          </a:pPr>
          <a:r>
            <a:rPr lang="en-IN" dirty="0"/>
            <a:t>Confusion Matrix Insights</a:t>
          </a:r>
          <a:endParaRPr lang="en-IN" b="0" dirty="0"/>
        </a:p>
      </dgm:t>
    </dgm:pt>
    <dgm:pt modelId="{26AB94E9-DF5F-421A-BA11-26548F221148}" type="parTrans" cxnId="{6F6367CC-809B-40D8-B8B6-A95DE8517611}">
      <dgm:prSet/>
      <dgm:spPr/>
      <dgm:t>
        <a:bodyPr/>
        <a:lstStyle/>
        <a:p>
          <a:endParaRPr lang="en-IN"/>
        </a:p>
      </dgm:t>
    </dgm:pt>
    <dgm:pt modelId="{007CB47C-3ED6-4B83-9A9B-828561412B6A}" type="sibTrans" cxnId="{6F6367CC-809B-40D8-B8B6-A95DE8517611}">
      <dgm:prSet/>
      <dgm:spPr/>
      <dgm:t>
        <a:bodyPr/>
        <a:lstStyle/>
        <a:p>
          <a:endParaRPr lang="en-IN"/>
        </a:p>
      </dgm:t>
    </dgm:pt>
    <dgm:pt modelId="{B0DCE4E2-0D0F-48CE-AEC8-8F9D8C68907B}">
      <dgm:prSet phldrT="[Text]"/>
      <dgm:spPr/>
      <dgm:t>
        <a:bodyPr/>
        <a:lstStyle/>
        <a:p>
          <a:pPr>
            <a:buFont typeface="Arial" panose="020B0604020202020204" pitchFamily="34" charset="0"/>
            <a:buChar char="•"/>
          </a:pPr>
          <a:r>
            <a:rPr lang="en-US" b="0" dirty="0"/>
            <a:t>Model performs well on: Happy (775 correct predictions); </a:t>
          </a:r>
          <a:r>
            <a:rPr lang="en-IN" b="0" dirty="0"/>
            <a:t>Surprise (332 correct) </a:t>
          </a:r>
        </a:p>
      </dgm:t>
    </dgm:pt>
    <dgm:pt modelId="{6D1DBEA4-6A93-415B-B0AD-B666DA6F8B05}" type="parTrans" cxnId="{5375BD6C-9596-4249-84FE-3893D12853EA}">
      <dgm:prSet/>
      <dgm:spPr/>
      <dgm:t>
        <a:bodyPr/>
        <a:lstStyle/>
        <a:p>
          <a:endParaRPr lang="en-IN"/>
        </a:p>
      </dgm:t>
    </dgm:pt>
    <dgm:pt modelId="{4D6EE35F-0FEB-4B0F-8F72-FA8EA9B5B0E0}" type="sibTrans" cxnId="{5375BD6C-9596-4249-84FE-3893D12853EA}">
      <dgm:prSet/>
      <dgm:spPr/>
      <dgm:t>
        <a:bodyPr/>
        <a:lstStyle/>
        <a:p>
          <a:endParaRPr lang="en-IN"/>
        </a:p>
      </dgm:t>
    </dgm:pt>
    <dgm:pt modelId="{3BAF36E4-FCE0-466C-B2F8-5827CAF77262}">
      <dgm:prSet/>
      <dgm:spPr/>
      <dgm:t>
        <a:bodyPr/>
        <a:lstStyle/>
        <a:p>
          <a:pPr>
            <a:buFont typeface="Arial" panose="020B0604020202020204" pitchFamily="34" charset="0"/>
            <a:buChar char="•"/>
          </a:pPr>
          <a:r>
            <a:rPr lang="en-IN" b="0"/>
            <a:t>Achieved: </a:t>
          </a:r>
        </a:p>
      </dgm:t>
    </dgm:pt>
    <dgm:pt modelId="{927494BC-9E1C-4CB3-8F1F-7FA3E8B7FBFA}" type="parTrans" cxnId="{9DA69F0F-83B3-4CEC-B330-106C35D2A61C}">
      <dgm:prSet/>
      <dgm:spPr/>
      <dgm:t>
        <a:bodyPr/>
        <a:lstStyle/>
        <a:p>
          <a:endParaRPr lang="en-IN"/>
        </a:p>
      </dgm:t>
    </dgm:pt>
    <dgm:pt modelId="{6644C99C-7DD2-40CD-8E70-0F3A01C31D89}" type="sibTrans" cxnId="{9DA69F0F-83B3-4CEC-B330-106C35D2A61C}">
      <dgm:prSet/>
      <dgm:spPr/>
      <dgm:t>
        <a:bodyPr/>
        <a:lstStyle/>
        <a:p>
          <a:endParaRPr lang="en-IN"/>
        </a:p>
      </dgm:t>
    </dgm:pt>
    <dgm:pt modelId="{A41A0155-A173-40CA-B315-C4E69A5C1915}">
      <dgm:prSet/>
      <dgm:spPr/>
      <dgm:t>
        <a:bodyPr/>
        <a:lstStyle/>
        <a:p>
          <a:pPr>
            <a:buFont typeface="Arial" panose="020B0604020202020204" pitchFamily="34" charset="0"/>
            <a:buChar char="•"/>
          </a:pPr>
          <a:r>
            <a:rPr lang="en-IN" b="0" dirty="0"/>
            <a:t>Training Accuracy: 51–52% </a:t>
          </a:r>
        </a:p>
      </dgm:t>
    </dgm:pt>
    <dgm:pt modelId="{01123831-71AB-4DBD-97C7-4C10CDAAB39C}" type="parTrans" cxnId="{978520FF-F69F-4462-AA6B-11266B71C48E}">
      <dgm:prSet/>
      <dgm:spPr/>
      <dgm:t>
        <a:bodyPr/>
        <a:lstStyle/>
        <a:p>
          <a:endParaRPr lang="en-IN"/>
        </a:p>
      </dgm:t>
    </dgm:pt>
    <dgm:pt modelId="{3789A176-B1AF-476B-8C8F-5B3387E116C2}" type="sibTrans" cxnId="{978520FF-F69F-4462-AA6B-11266B71C48E}">
      <dgm:prSet/>
      <dgm:spPr/>
      <dgm:t>
        <a:bodyPr/>
        <a:lstStyle/>
        <a:p>
          <a:endParaRPr lang="en-IN"/>
        </a:p>
      </dgm:t>
    </dgm:pt>
    <dgm:pt modelId="{25DAB542-4D4A-4587-B436-1360BD76C489}">
      <dgm:prSet/>
      <dgm:spPr/>
      <dgm:t>
        <a:bodyPr/>
        <a:lstStyle/>
        <a:p>
          <a:pPr>
            <a:buFont typeface="Arial" panose="020B0604020202020204" pitchFamily="34" charset="0"/>
            <a:buChar char="•"/>
          </a:pPr>
          <a:r>
            <a:rPr lang="en-IN" b="0" dirty="0"/>
            <a:t>Validation Accuracy: 52–53% </a:t>
          </a:r>
        </a:p>
      </dgm:t>
    </dgm:pt>
    <dgm:pt modelId="{E3AFB3E6-2AFF-43D1-9767-F41391E045BD}" type="parTrans" cxnId="{6DE5F40E-97F6-4288-9799-B642DF0F06F6}">
      <dgm:prSet/>
      <dgm:spPr/>
      <dgm:t>
        <a:bodyPr/>
        <a:lstStyle/>
        <a:p>
          <a:endParaRPr lang="en-IN"/>
        </a:p>
      </dgm:t>
    </dgm:pt>
    <dgm:pt modelId="{FA41DF01-9FF7-46EA-BC03-BEEE9EC6706C}" type="sibTrans" cxnId="{6DE5F40E-97F6-4288-9799-B642DF0F06F6}">
      <dgm:prSet/>
      <dgm:spPr/>
      <dgm:t>
        <a:bodyPr/>
        <a:lstStyle/>
        <a:p>
          <a:endParaRPr lang="en-IN"/>
        </a:p>
      </dgm:t>
    </dgm:pt>
    <dgm:pt modelId="{9E9C42F9-85BF-455F-AC37-C0E983C1702C}">
      <dgm:prSet/>
      <dgm:spPr/>
      <dgm:t>
        <a:bodyPr/>
        <a:lstStyle/>
        <a:p>
          <a:pPr>
            <a:buFont typeface="Arial" panose="020B0604020202020204" pitchFamily="34" charset="0"/>
            <a:buChar char="•"/>
          </a:pPr>
          <a:r>
            <a:rPr lang="en-IN" b="0"/>
            <a:t>Loss reduced significantly: </a:t>
          </a:r>
        </a:p>
      </dgm:t>
    </dgm:pt>
    <dgm:pt modelId="{76D9C965-979E-4333-80DA-67A1D2C1B7B8}" type="parTrans" cxnId="{940AA14B-A03C-451A-828A-E5A6FEEB7979}">
      <dgm:prSet/>
      <dgm:spPr/>
      <dgm:t>
        <a:bodyPr/>
        <a:lstStyle/>
        <a:p>
          <a:endParaRPr lang="en-IN"/>
        </a:p>
      </dgm:t>
    </dgm:pt>
    <dgm:pt modelId="{3050848A-4BC2-47AB-98C6-F186CF17F1F5}" type="sibTrans" cxnId="{940AA14B-A03C-451A-828A-E5A6FEEB7979}">
      <dgm:prSet/>
      <dgm:spPr/>
      <dgm:t>
        <a:bodyPr/>
        <a:lstStyle/>
        <a:p>
          <a:endParaRPr lang="en-IN"/>
        </a:p>
      </dgm:t>
    </dgm:pt>
    <dgm:pt modelId="{A399A14C-E359-4E97-AB2E-324E83FB3329}">
      <dgm:prSet/>
      <dgm:spPr/>
      <dgm:t>
        <a:bodyPr/>
        <a:lstStyle/>
        <a:p>
          <a:pPr>
            <a:buFont typeface="Arial" panose="020B0604020202020204" pitchFamily="34" charset="0"/>
            <a:buChar char="•"/>
          </a:pPr>
          <a:r>
            <a:rPr lang="en-IN" b="0" dirty="0"/>
            <a:t>4.0 → 1.45 (training loss) </a:t>
          </a:r>
        </a:p>
      </dgm:t>
    </dgm:pt>
    <dgm:pt modelId="{48488CE5-16F8-4B8B-9E44-4E9581566069}" type="parTrans" cxnId="{23B925E2-FD52-4413-8B52-B169AE5C881E}">
      <dgm:prSet/>
      <dgm:spPr/>
      <dgm:t>
        <a:bodyPr/>
        <a:lstStyle/>
        <a:p>
          <a:endParaRPr lang="en-IN"/>
        </a:p>
      </dgm:t>
    </dgm:pt>
    <dgm:pt modelId="{311F30FB-6761-4B95-B6D1-E8CFC5B0CF45}" type="sibTrans" cxnId="{23B925E2-FD52-4413-8B52-B169AE5C881E}">
      <dgm:prSet/>
      <dgm:spPr/>
      <dgm:t>
        <a:bodyPr/>
        <a:lstStyle/>
        <a:p>
          <a:endParaRPr lang="en-IN"/>
        </a:p>
      </dgm:t>
    </dgm:pt>
    <dgm:pt modelId="{15483FE0-BD04-4BC9-BF5C-BDE3560380C0}">
      <dgm:prSet/>
      <dgm:spPr/>
      <dgm:t>
        <a:bodyPr/>
        <a:lstStyle/>
        <a:p>
          <a:pPr>
            <a:buFont typeface="Arial" panose="020B0604020202020204" pitchFamily="34" charset="0"/>
            <a:buChar char="•"/>
          </a:pPr>
          <a:r>
            <a:rPr lang="en-IN" b="0" dirty="0"/>
            <a:t>3.5 → 1.45 (validation loss) </a:t>
          </a:r>
        </a:p>
      </dgm:t>
    </dgm:pt>
    <dgm:pt modelId="{0301425F-75E0-47A0-AA2C-760A6DD4C480}" type="parTrans" cxnId="{5697163C-BDE5-4150-81CB-6586D0B86A3D}">
      <dgm:prSet/>
      <dgm:spPr/>
      <dgm:t>
        <a:bodyPr/>
        <a:lstStyle/>
        <a:p>
          <a:endParaRPr lang="en-IN"/>
        </a:p>
      </dgm:t>
    </dgm:pt>
    <dgm:pt modelId="{59D57092-DD5B-4AC1-9123-DB99C101A3DF}" type="sibTrans" cxnId="{5697163C-BDE5-4150-81CB-6586D0B86A3D}">
      <dgm:prSet/>
      <dgm:spPr/>
      <dgm:t>
        <a:bodyPr/>
        <a:lstStyle/>
        <a:p>
          <a:endParaRPr lang="en-IN"/>
        </a:p>
      </dgm:t>
    </dgm:pt>
    <dgm:pt modelId="{D7D88F35-8CE4-454F-BC0D-C695FEF23C4F}">
      <dgm:prSet/>
      <dgm:spPr/>
      <dgm:t>
        <a:bodyPr/>
        <a:lstStyle/>
        <a:p>
          <a:pPr>
            <a:buFont typeface="Arial" panose="020B0604020202020204" pitchFamily="34" charset="0"/>
            <a:buChar char="•"/>
          </a:pPr>
          <a:r>
            <a:rPr lang="en-US" b="0" dirty="0"/>
            <a:t>Weak classes identified: Fear: Recall = 0.167; </a:t>
          </a:r>
          <a:r>
            <a:rPr lang="en-IN" b="0" dirty="0"/>
            <a:t>Disgust: Recall = 0.192</a:t>
          </a:r>
          <a:endParaRPr lang="en-US" b="0" dirty="0"/>
        </a:p>
      </dgm:t>
    </dgm:pt>
    <dgm:pt modelId="{5E5FCFC6-37D6-4885-8BAE-D862495F5FB0}" type="parTrans" cxnId="{F1A60614-DAEB-4A6A-A5D2-6894B1CAB1F1}">
      <dgm:prSet/>
      <dgm:spPr/>
      <dgm:t>
        <a:bodyPr/>
        <a:lstStyle/>
        <a:p>
          <a:endParaRPr lang="en-IN"/>
        </a:p>
      </dgm:t>
    </dgm:pt>
    <dgm:pt modelId="{A9456EE6-DFA2-4710-AB32-80866F7C65C9}" type="sibTrans" cxnId="{F1A60614-DAEB-4A6A-A5D2-6894B1CAB1F1}">
      <dgm:prSet/>
      <dgm:spPr/>
      <dgm:t>
        <a:bodyPr/>
        <a:lstStyle/>
        <a:p>
          <a:endParaRPr lang="en-IN"/>
        </a:p>
      </dgm:t>
    </dgm:pt>
    <dgm:pt modelId="{3E37B99B-F586-4D3A-915A-136D6F7E7547}">
      <dgm:prSet phldrT="[Text]"/>
      <dgm:spPr/>
      <dgm:t>
        <a:bodyPr/>
        <a:lstStyle/>
        <a:p>
          <a:pPr>
            <a:buFont typeface="Arial" panose="020B0604020202020204" pitchFamily="34" charset="0"/>
            <a:buChar char="•"/>
          </a:pPr>
          <a:r>
            <a:rPr lang="en-US" b="0" dirty="0"/>
            <a:t>Strong class performance: Happy: F1 = 0.794 (best); </a:t>
          </a:r>
          <a:r>
            <a:rPr lang="en-IN" b="0" dirty="0"/>
            <a:t>Sad: F1 = 0.715 </a:t>
          </a:r>
        </a:p>
      </dgm:t>
    </dgm:pt>
    <dgm:pt modelId="{3519FF59-B1BA-4145-A25D-BDE74F0F3321}" type="parTrans" cxnId="{E15A1786-7A3F-41B6-A4A2-7D78185E3E10}">
      <dgm:prSet/>
      <dgm:spPr/>
      <dgm:t>
        <a:bodyPr/>
        <a:lstStyle/>
        <a:p>
          <a:endParaRPr lang="en-IN"/>
        </a:p>
      </dgm:t>
    </dgm:pt>
    <dgm:pt modelId="{BF3B971B-774C-482C-BD1E-289256E0EEC5}" type="sibTrans" cxnId="{E15A1786-7A3F-41B6-A4A2-7D78185E3E10}">
      <dgm:prSet/>
      <dgm:spPr/>
      <dgm:t>
        <a:bodyPr/>
        <a:lstStyle/>
        <a:p>
          <a:endParaRPr lang="en-IN"/>
        </a:p>
      </dgm:t>
    </dgm:pt>
    <dgm:pt modelId="{B6E80BD5-E27B-4B4A-9659-516E9BB62285}">
      <dgm:prSet/>
      <dgm:spPr/>
      <dgm:t>
        <a:bodyPr/>
        <a:lstStyle/>
        <a:p>
          <a:pPr>
            <a:buFont typeface="Arial" panose="020B0604020202020204" pitchFamily="34" charset="0"/>
            <a:buChar char="•"/>
          </a:pPr>
          <a:endParaRPr lang="en-US" b="0" dirty="0"/>
        </a:p>
      </dgm:t>
    </dgm:pt>
    <dgm:pt modelId="{DE5A4285-8A12-495A-A3CC-282D1FFC1631}" type="parTrans" cxnId="{53FE7A64-34F1-4D07-BB3E-70CE8E9FD470}">
      <dgm:prSet/>
      <dgm:spPr/>
      <dgm:t>
        <a:bodyPr/>
        <a:lstStyle/>
        <a:p>
          <a:endParaRPr lang="en-IN"/>
        </a:p>
      </dgm:t>
    </dgm:pt>
    <dgm:pt modelId="{E9637161-DD8D-4478-8968-9027D334B3F3}" type="sibTrans" cxnId="{53FE7A64-34F1-4D07-BB3E-70CE8E9FD470}">
      <dgm:prSet/>
      <dgm:spPr/>
      <dgm:t>
        <a:bodyPr/>
        <a:lstStyle/>
        <a:p>
          <a:endParaRPr lang="en-IN"/>
        </a:p>
      </dgm:t>
    </dgm:pt>
    <dgm:pt modelId="{3BCD3136-9547-4998-8B4E-644BAEB7B141}">
      <dgm:prSet phldrT="[Text]"/>
      <dgm:spPr/>
      <dgm:t>
        <a:bodyPr/>
        <a:lstStyle/>
        <a:p>
          <a:pPr>
            <a:buFont typeface="Arial" panose="020B0604020202020204" pitchFamily="34" charset="0"/>
            <a:buChar char="•"/>
          </a:pPr>
          <a:r>
            <a:rPr lang="en-US" b="0"/>
            <a:t>Weighted F1-score: 0.553</a:t>
          </a:r>
          <a:endParaRPr lang="en-IN" b="0" dirty="0"/>
        </a:p>
      </dgm:t>
    </dgm:pt>
    <dgm:pt modelId="{9A18F53A-1DC1-447F-BDBC-A736AC702F80}" type="parTrans" cxnId="{D5C25F4A-644B-488F-AFB6-7A76E5730F70}">
      <dgm:prSet/>
      <dgm:spPr/>
      <dgm:t>
        <a:bodyPr/>
        <a:lstStyle/>
        <a:p>
          <a:endParaRPr lang="en-IN"/>
        </a:p>
      </dgm:t>
    </dgm:pt>
    <dgm:pt modelId="{39444AD8-F81D-4D3B-9610-FBAE92817379}" type="sibTrans" cxnId="{D5C25F4A-644B-488F-AFB6-7A76E5730F70}">
      <dgm:prSet/>
      <dgm:spPr/>
      <dgm:t>
        <a:bodyPr/>
        <a:lstStyle/>
        <a:p>
          <a:endParaRPr lang="en-IN"/>
        </a:p>
      </dgm:t>
    </dgm:pt>
    <dgm:pt modelId="{EE2DB824-1629-4D9E-8027-2762E636DE3C}">
      <dgm:prSet/>
      <dgm:spPr/>
      <dgm:t>
        <a:bodyPr/>
        <a:lstStyle/>
        <a:p>
          <a:pPr>
            <a:buFont typeface="Arial" panose="020B0604020202020204" pitchFamily="34" charset="0"/>
            <a:buChar char="•"/>
          </a:pPr>
          <a:r>
            <a:rPr lang="en-US" b="0" dirty="0"/>
            <a:t>Major misclassifications: Fear → Anger / Neutral; Neutral ↔ Anger confusion (169 cases)</a:t>
          </a:r>
        </a:p>
      </dgm:t>
    </dgm:pt>
    <dgm:pt modelId="{FA434502-F4E7-4FEA-B769-7B3A02B76E3D}" type="parTrans" cxnId="{A180088C-8310-4027-8A0D-C99B1C24C0B6}">
      <dgm:prSet/>
      <dgm:spPr/>
      <dgm:t>
        <a:bodyPr/>
        <a:lstStyle/>
        <a:p>
          <a:endParaRPr lang="en-IN"/>
        </a:p>
      </dgm:t>
    </dgm:pt>
    <dgm:pt modelId="{A3471F10-7FD5-4185-B981-148FCA17A4C2}" type="sibTrans" cxnId="{A180088C-8310-4027-8A0D-C99B1C24C0B6}">
      <dgm:prSet/>
      <dgm:spPr/>
      <dgm:t>
        <a:bodyPr/>
        <a:lstStyle/>
        <a:p>
          <a:endParaRPr lang="en-IN"/>
        </a:p>
      </dgm:t>
    </dgm:pt>
    <dgm:pt modelId="{14AB6B8B-C8C9-49AE-B574-E6BD9940EB31}">
      <dgm:prSet/>
      <dgm:spPr/>
      <dgm:t>
        <a:bodyPr/>
        <a:lstStyle/>
        <a:p>
          <a:pPr>
            <a:buFont typeface="Arial" panose="020B0604020202020204" pitchFamily="34" charset="0"/>
            <a:buChar char="•"/>
          </a:pPr>
          <a:r>
            <a:rPr lang="en-US" b="0" dirty="0"/>
            <a:t>Indicates class imbalance + feature similarity issues</a:t>
          </a:r>
        </a:p>
      </dgm:t>
    </dgm:pt>
    <dgm:pt modelId="{70924146-085F-4782-A349-D9BEAD868E7A}" type="parTrans" cxnId="{7C6F407C-674F-401D-95C0-80B07BA23F4A}">
      <dgm:prSet/>
      <dgm:spPr/>
      <dgm:t>
        <a:bodyPr/>
        <a:lstStyle/>
        <a:p>
          <a:endParaRPr lang="en-IN"/>
        </a:p>
      </dgm:t>
    </dgm:pt>
    <dgm:pt modelId="{18BBD36B-27FA-48EA-B313-7338A159253A}" type="sibTrans" cxnId="{7C6F407C-674F-401D-95C0-80B07BA23F4A}">
      <dgm:prSet/>
      <dgm:spPr/>
      <dgm:t>
        <a:bodyPr/>
        <a:lstStyle/>
        <a:p>
          <a:endParaRPr lang="en-IN"/>
        </a:p>
      </dgm:t>
    </dgm:pt>
    <dgm:pt modelId="{992ADB4E-5EBB-494C-AB51-FC5E53D2D0C7}" type="pres">
      <dgm:prSet presAssocID="{4772F134-59C1-46FF-8DF0-89B0184D93E8}" presName="Name0" presStyleCnt="0">
        <dgm:presLayoutVars>
          <dgm:dir/>
          <dgm:animLvl val="lvl"/>
          <dgm:resizeHandles val="exact"/>
        </dgm:presLayoutVars>
      </dgm:prSet>
      <dgm:spPr/>
    </dgm:pt>
    <dgm:pt modelId="{CF80A589-4B3A-43A9-84A4-DB389FB0A53E}" type="pres">
      <dgm:prSet presAssocID="{B915B1B0-2D78-4281-A5B1-850D3E856680}" presName="composite" presStyleCnt="0"/>
      <dgm:spPr/>
    </dgm:pt>
    <dgm:pt modelId="{35D0249A-2A62-48AF-8445-4658F540E46B}" type="pres">
      <dgm:prSet presAssocID="{B915B1B0-2D78-4281-A5B1-850D3E856680}" presName="parTx" presStyleLbl="alignNode1" presStyleIdx="0" presStyleCnt="3">
        <dgm:presLayoutVars>
          <dgm:chMax val="0"/>
          <dgm:chPref val="0"/>
          <dgm:bulletEnabled val="1"/>
        </dgm:presLayoutVars>
      </dgm:prSet>
      <dgm:spPr/>
    </dgm:pt>
    <dgm:pt modelId="{B6E256A8-8A83-48D4-AD54-9A7B3183FBA6}" type="pres">
      <dgm:prSet presAssocID="{B915B1B0-2D78-4281-A5B1-850D3E856680}" presName="desTx" presStyleLbl="alignAccFollowNode1" presStyleIdx="0" presStyleCnt="3">
        <dgm:presLayoutVars>
          <dgm:bulletEnabled val="1"/>
        </dgm:presLayoutVars>
      </dgm:prSet>
      <dgm:spPr/>
    </dgm:pt>
    <dgm:pt modelId="{0D756347-C7C6-4350-81B5-6C677B81429F}" type="pres">
      <dgm:prSet presAssocID="{7519DD0E-1CC9-40FF-97AC-FA306BDCA51C}" presName="space" presStyleCnt="0"/>
      <dgm:spPr/>
    </dgm:pt>
    <dgm:pt modelId="{6DD2E594-71AE-4C86-AAF3-CFBF5897529B}" type="pres">
      <dgm:prSet presAssocID="{6D63FD5E-9C57-48F7-BD99-9DE138531E81}" presName="composite" presStyleCnt="0"/>
      <dgm:spPr/>
    </dgm:pt>
    <dgm:pt modelId="{E03182EB-0F59-4D42-9216-70072A44CBF9}" type="pres">
      <dgm:prSet presAssocID="{6D63FD5E-9C57-48F7-BD99-9DE138531E81}" presName="parTx" presStyleLbl="alignNode1" presStyleIdx="1" presStyleCnt="3">
        <dgm:presLayoutVars>
          <dgm:chMax val="0"/>
          <dgm:chPref val="0"/>
          <dgm:bulletEnabled val="1"/>
        </dgm:presLayoutVars>
      </dgm:prSet>
      <dgm:spPr/>
    </dgm:pt>
    <dgm:pt modelId="{8EE86A64-EEE5-4EAB-9072-3409695A9C1B}" type="pres">
      <dgm:prSet presAssocID="{6D63FD5E-9C57-48F7-BD99-9DE138531E81}" presName="desTx" presStyleLbl="alignAccFollowNode1" presStyleIdx="1" presStyleCnt="3">
        <dgm:presLayoutVars>
          <dgm:bulletEnabled val="1"/>
        </dgm:presLayoutVars>
      </dgm:prSet>
      <dgm:spPr/>
    </dgm:pt>
    <dgm:pt modelId="{69379D89-2EDF-4062-AE05-2348762FC1C4}" type="pres">
      <dgm:prSet presAssocID="{7CCA9B76-9929-48BD-981A-07950B4EECEA}" presName="space" presStyleCnt="0"/>
      <dgm:spPr/>
    </dgm:pt>
    <dgm:pt modelId="{25B95D2E-D5B5-4331-9D7B-1EC48A8CE1FD}" type="pres">
      <dgm:prSet presAssocID="{A33DBB1E-65D6-4520-A903-99FE90CA847F}" presName="composite" presStyleCnt="0"/>
      <dgm:spPr/>
    </dgm:pt>
    <dgm:pt modelId="{D00C8F68-5155-41B9-86A0-9378914882D4}" type="pres">
      <dgm:prSet presAssocID="{A33DBB1E-65D6-4520-A903-99FE90CA847F}" presName="parTx" presStyleLbl="alignNode1" presStyleIdx="2" presStyleCnt="3">
        <dgm:presLayoutVars>
          <dgm:chMax val="0"/>
          <dgm:chPref val="0"/>
          <dgm:bulletEnabled val="1"/>
        </dgm:presLayoutVars>
      </dgm:prSet>
      <dgm:spPr/>
    </dgm:pt>
    <dgm:pt modelId="{9193AD33-EDAB-4A26-B5AC-A024700743ED}" type="pres">
      <dgm:prSet presAssocID="{A33DBB1E-65D6-4520-A903-99FE90CA847F}" presName="desTx" presStyleLbl="alignAccFollowNode1" presStyleIdx="2" presStyleCnt="3">
        <dgm:presLayoutVars>
          <dgm:bulletEnabled val="1"/>
        </dgm:presLayoutVars>
      </dgm:prSet>
      <dgm:spPr/>
    </dgm:pt>
  </dgm:ptLst>
  <dgm:cxnLst>
    <dgm:cxn modelId="{15589D0A-36B1-4EF1-96D2-137573D09094}" type="presOf" srcId="{15483FE0-BD04-4BC9-BF5C-BDE3560380C0}" destId="{B6E256A8-8A83-48D4-AD54-9A7B3183FBA6}" srcOrd="0" destOrd="6" presId="urn:microsoft.com/office/officeart/2005/8/layout/hList1"/>
    <dgm:cxn modelId="{DEBB530C-25C1-4C05-A2E9-7523745FDCAE}" type="presOf" srcId="{25DAB542-4D4A-4587-B436-1360BD76C489}" destId="{B6E256A8-8A83-48D4-AD54-9A7B3183FBA6}" srcOrd="0" destOrd="3" presId="urn:microsoft.com/office/officeart/2005/8/layout/hList1"/>
    <dgm:cxn modelId="{6DE5F40E-97F6-4288-9799-B642DF0F06F6}" srcId="{3BAF36E4-FCE0-466C-B2F8-5827CAF77262}" destId="{25DAB542-4D4A-4587-B436-1360BD76C489}" srcOrd="1" destOrd="0" parTransId="{E3AFB3E6-2AFF-43D1-9767-F41391E045BD}" sibTransId="{FA41DF01-9FF7-46EA-BC03-BEEE9EC6706C}"/>
    <dgm:cxn modelId="{9DA69F0F-83B3-4CEC-B330-106C35D2A61C}" srcId="{B915B1B0-2D78-4281-A5B1-850D3E856680}" destId="{3BAF36E4-FCE0-466C-B2F8-5827CAF77262}" srcOrd="1" destOrd="0" parTransId="{927494BC-9E1C-4CB3-8F1F-7FA3E8B7FBFA}" sibTransId="{6644C99C-7DD2-40CD-8E70-0F3A01C31D89}"/>
    <dgm:cxn modelId="{F1A60614-DAEB-4A6A-A5D2-6894B1CAB1F1}" srcId="{6D63FD5E-9C57-48F7-BD99-9DE138531E81}" destId="{D7D88F35-8CE4-454F-BC0D-C695FEF23C4F}" srcOrd="3" destOrd="0" parTransId="{5E5FCFC6-37D6-4885-8BAE-D862495F5FB0}" sibTransId="{A9456EE6-DFA2-4710-AB32-80866F7C65C9}"/>
    <dgm:cxn modelId="{8612411A-7551-4485-B3F4-95CBCC4F29E5}" srcId="{B915B1B0-2D78-4281-A5B1-850D3E856680}" destId="{FCE275C8-192B-4AA0-8F1F-D3359C309861}" srcOrd="0" destOrd="0" parTransId="{1BF2CDFC-2A84-4E0B-9803-02D938C8918C}" sibTransId="{6E78D652-E2D5-415F-B4AC-6008DDEA9BB1}"/>
    <dgm:cxn modelId="{D333A91F-9099-4389-AC2C-9AE28F7D64E6}" type="presOf" srcId="{4772F134-59C1-46FF-8DF0-89B0184D93E8}" destId="{992ADB4E-5EBB-494C-AB51-FC5E53D2D0C7}" srcOrd="0" destOrd="0" presId="urn:microsoft.com/office/officeart/2005/8/layout/hList1"/>
    <dgm:cxn modelId="{32BD0436-23F4-44DC-A146-BAE87E201B0C}" type="presOf" srcId="{3BCD3136-9547-4998-8B4E-644BAEB7B141}" destId="{8EE86A64-EEE5-4EAB-9072-3409695A9C1B}" srcOrd="0" destOrd="1" presId="urn:microsoft.com/office/officeart/2005/8/layout/hList1"/>
    <dgm:cxn modelId="{5697163C-BDE5-4150-81CB-6586D0B86A3D}" srcId="{9E9C42F9-85BF-455F-AC37-C0E983C1702C}" destId="{15483FE0-BD04-4BC9-BF5C-BDE3560380C0}" srcOrd="1" destOrd="0" parTransId="{0301425F-75E0-47A0-AA2C-760A6DD4C480}" sibTransId="{59D57092-DD5B-4AC1-9123-DB99C101A3DF}"/>
    <dgm:cxn modelId="{76BA0E3E-7F36-4538-B948-B6BEBC51BC62}" type="presOf" srcId="{A41A0155-A173-40CA-B315-C4E69A5C1915}" destId="{B6E256A8-8A83-48D4-AD54-9A7B3183FBA6}" srcOrd="0" destOrd="2" presId="urn:microsoft.com/office/officeart/2005/8/layout/hList1"/>
    <dgm:cxn modelId="{7253F541-184B-4790-8F7A-F520E70CFF87}" type="presOf" srcId="{EE2DB824-1629-4D9E-8027-2762E636DE3C}" destId="{9193AD33-EDAB-4A26-B5AC-A024700743ED}" srcOrd="0" destOrd="1" presId="urn:microsoft.com/office/officeart/2005/8/layout/hList1"/>
    <dgm:cxn modelId="{53FE7A64-34F1-4D07-BB3E-70CE8E9FD470}" srcId="{6D63FD5E-9C57-48F7-BD99-9DE138531E81}" destId="{B6E80BD5-E27B-4B4A-9659-516E9BB62285}" srcOrd="4" destOrd="0" parTransId="{DE5A4285-8A12-495A-A3CC-282D1FFC1631}" sibTransId="{E9637161-DD8D-4478-8968-9027D334B3F3}"/>
    <dgm:cxn modelId="{13A56A68-BB51-4613-B7A1-CD100B8E5811}" srcId="{4772F134-59C1-46FF-8DF0-89B0184D93E8}" destId="{6D63FD5E-9C57-48F7-BD99-9DE138531E81}" srcOrd="1" destOrd="0" parTransId="{3B11B195-A415-4B31-AC68-6C860D771E49}" sibTransId="{7CCA9B76-9929-48BD-981A-07950B4EECEA}"/>
    <dgm:cxn modelId="{D5C25F4A-644B-488F-AFB6-7A76E5730F70}" srcId="{6D63FD5E-9C57-48F7-BD99-9DE138531E81}" destId="{3BCD3136-9547-4998-8B4E-644BAEB7B141}" srcOrd="1" destOrd="0" parTransId="{9A18F53A-1DC1-447F-BDBC-A736AC702F80}" sibTransId="{39444AD8-F81D-4D3B-9610-FBAE92817379}"/>
    <dgm:cxn modelId="{6CCA534A-67E1-4763-BA2B-408CCF458EF8}" type="presOf" srcId="{A33DBB1E-65D6-4520-A903-99FE90CA847F}" destId="{D00C8F68-5155-41B9-86A0-9378914882D4}" srcOrd="0" destOrd="0" presId="urn:microsoft.com/office/officeart/2005/8/layout/hList1"/>
    <dgm:cxn modelId="{940AA14B-A03C-451A-828A-E5A6FEEB7979}" srcId="{B915B1B0-2D78-4281-A5B1-850D3E856680}" destId="{9E9C42F9-85BF-455F-AC37-C0E983C1702C}" srcOrd="2" destOrd="0" parTransId="{76D9C965-979E-4333-80DA-67A1D2C1B7B8}" sibTransId="{3050848A-4BC2-47AB-98C6-F186CF17F1F5}"/>
    <dgm:cxn modelId="{5375BD6C-9596-4249-84FE-3893D12853EA}" srcId="{A33DBB1E-65D6-4520-A903-99FE90CA847F}" destId="{B0DCE4E2-0D0F-48CE-AEC8-8F9D8C68907B}" srcOrd="0" destOrd="0" parTransId="{6D1DBEA4-6A93-415B-B0AD-B666DA6F8B05}" sibTransId="{4D6EE35F-0FEB-4B0F-8F72-FA8EA9B5B0E0}"/>
    <dgm:cxn modelId="{3D79776F-1724-4566-B208-792AA43F9E80}" type="presOf" srcId="{6D63FD5E-9C57-48F7-BD99-9DE138531E81}" destId="{E03182EB-0F59-4D42-9216-70072A44CBF9}" srcOrd="0" destOrd="0" presId="urn:microsoft.com/office/officeart/2005/8/layout/hList1"/>
    <dgm:cxn modelId="{61F4C155-C9CF-4C62-9781-1EA3500DE125}" type="presOf" srcId="{222DC3A6-01CA-42A0-8E7E-CF2B0DDFD8F1}" destId="{8EE86A64-EEE5-4EAB-9072-3409695A9C1B}" srcOrd="0" destOrd="0" presId="urn:microsoft.com/office/officeart/2005/8/layout/hList1"/>
    <dgm:cxn modelId="{D9A5E279-557C-43CF-B014-CE5C683A714E}" type="presOf" srcId="{D7D88F35-8CE4-454F-BC0D-C695FEF23C4F}" destId="{8EE86A64-EEE5-4EAB-9072-3409695A9C1B}" srcOrd="0" destOrd="3" presId="urn:microsoft.com/office/officeart/2005/8/layout/hList1"/>
    <dgm:cxn modelId="{7C6F407C-674F-401D-95C0-80B07BA23F4A}" srcId="{A33DBB1E-65D6-4520-A903-99FE90CA847F}" destId="{14AB6B8B-C8C9-49AE-B574-E6BD9940EB31}" srcOrd="2" destOrd="0" parTransId="{70924146-085F-4782-A349-D9BEAD868E7A}" sibTransId="{18BBD36B-27FA-48EA-B313-7338A159253A}"/>
    <dgm:cxn modelId="{4E587384-3F8E-46B3-AF07-E323D7D4F9FB}" type="presOf" srcId="{14AB6B8B-C8C9-49AE-B574-E6BD9940EB31}" destId="{9193AD33-EDAB-4A26-B5AC-A024700743ED}" srcOrd="0" destOrd="2" presId="urn:microsoft.com/office/officeart/2005/8/layout/hList1"/>
    <dgm:cxn modelId="{E15A1786-7A3F-41B6-A4A2-7D78185E3E10}" srcId="{6D63FD5E-9C57-48F7-BD99-9DE138531E81}" destId="{3E37B99B-F586-4D3A-915A-136D6F7E7547}" srcOrd="2" destOrd="0" parTransId="{3519FF59-B1BA-4145-A25D-BDE74F0F3321}" sibTransId="{BF3B971B-774C-482C-BD1E-289256E0EEC5}"/>
    <dgm:cxn modelId="{369FF38B-A448-4A20-9A50-7B4449E13FAE}" type="presOf" srcId="{3E37B99B-F586-4D3A-915A-136D6F7E7547}" destId="{8EE86A64-EEE5-4EAB-9072-3409695A9C1B}" srcOrd="0" destOrd="2" presId="urn:microsoft.com/office/officeart/2005/8/layout/hList1"/>
    <dgm:cxn modelId="{A180088C-8310-4027-8A0D-C99B1C24C0B6}" srcId="{A33DBB1E-65D6-4520-A903-99FE90CA847F}" destId="{EE2DB824-1629-4D9E-8027-2762E636DE3C}" srcOrd="1" destOrd="0" parTransId="{FA434502-F4E7-4FEA-B769-7B3A02B76E3D}" sibTransId="{A3471F10-7FD5-4185-B981-148FCA17A4C2}"/>
    <dgm:cxn modelId="{1A3A9A8E-2DFE-4492-AA66-1DC76AAAC123}" type="presOf" srcId="{A399A14C-E359-4E97-AB2E-324E83FB3329}" destId="{B6E256A8-8A83-48D4-AD54-9A7B3183FBA6}" srcOrd="0" destOrd="5" presId="urn:microsoft.com/office/officeart/2005/8/layout/hList1"/>
    <dgm:cxn modelId="{2A7B1F93-2A92-4013-965B-C29766E39011}" type="presOf" srcId="{FCE275C8-192B-4AA0-8F1F-D3359C309861}" destId="{B6E256A8-8A83-48D4-AD54-9A7B3183FBA6}" srcOrd="0" destOrd="0" presId="urn:microsoft.com/office/officeart/2005/8/layout/hList1"/>
    <dgm:cxn modelId="{D5DA1F99-6ED5-4456-A150-35907F02948B}" type="presOf" srcId="{B0DCE4E2-0D0F-48CE-AEC8-8F9D8C68907B}" destId="{9193AD33-EDAB-4A26-B5AC-A024700743ED}" srcOrd="0" destOrd="0" presId="urn:microsoft.com/office/officeart/2005/8/layout/hList1"/>
    <dgm:cxn modelId="{FD5835AB-A223-4C53-98ED-F0D812CB8427}" type="presOf" srcId="{B915B1B0-2D78-4281-A5B1-850D3E856680}" destId="{35D0249A-2A62-48AF-8445-4658F540E46B}" srcOrd="0" destOrd="0" presId="urn:microsoft.com/office/officeart/2005/8/layout/hList1"/>
    <dgm:cxn modelId="{68A787B7-7F67-4784-97E2-7DBA2B0D1951}" type="presOf" srcId="{9E9C42F9-85BF-455F-AC37-C0E983C1702C}" destId="{B6E256A8-8A83-48D4-AD54-9A7B3183FBA6}" srcOrd="0" destOrd="4" presId="urn:microsoft.com/office/officeart/2005/8/layout/hList1"/>
    <dgm:cxn modelId="{93D5DABF-B5D9-478D-BED5-995BCDC80FF9}" type="presOf" srcId="{B6E80BD5-E27B-4B4A-9659-516E9BB62285}" destId="{8EE86A64-EEE5-4EAB-9072-3409695A9C1B}" srcOrd="0" destOrd="4" presId="urn:microsoft.com/office/officeart/2005/8/layout/hList1"/>
    <dgm:cxn modelId="{6F6367CC-809B-40D8-B8B6-A95DE8517611}" srcId="{4772F134-59C1-46FF-8DF0-89B0184D93E8}" destId="{A33DBB1E-65D6-4520-A903-99FE90CA847F}" srcOrd="2" destOrd="0" parTransId="{26AB94E9-DF5F-421A-BA11-26548F221148}" sibTransId="{007CB47C-3ED6-4B83-9A9B-828561412B6A}"/>
    <dgm:cxn modelId="{23B925E2-FD52-4413-8B52-B169AE5C881E}" srcId="{9E9C42F9-85BF-455F-AC37-C0E983C1702C}" destId="{A399A14C-E359-4E97-AB2E-324E83FB3329}" srcOrd="0" destOrd="0" parTransId="{48488CE5-16F8-4B8B-9E44-4E9581566069}" sibTransId="{311F30FB-6761-4B95-B6D1-E8CFC5B0CF45}"/>
    <dgm:cxn modelId="{DACC8FEF-B474-4785-9602-A4A0152EA625}" type="presOf" srcId="{3BAF36E4-FCE0-466C-B2F8-5827CAF77262}" destId="{B6E256A8-8A83-48D4-AD54-9A7B3183FBA6}" srcOrd="0" destOrd="1" presId="urn:microsoft.com/office/officeart/2005/8/layout/hList1"/>
    <dgm:cxn modelId="{394202F4-2B28-43DF-AC88-EA0463420AF6}" srcId="{4772F134-59C1-46FF-8DF0-89B0184D93E8}" destId="{B915B1B0-2D78-4281-A5B1-850D3E856680}" srcOrd="0" destOrd="0" parTransId="{21A439D2-8A46-4DE0-BBD1-C1D518454A33}" sibTransId="{7519DD0E-1CC9-40FF-97AC-FA306BDCA51C}"/>
    <dgm:cxn modelId="{EBA212FD-5DF1-4B2F-A53F-8BA1EB044138}" srcId="{6D63FD5E-9C57-48F7-BD99-9DE138531E81}" destId="{222DC3A6-01CA-42A0-8E7E-CF2B0DDFD8F1}" srcOrd="0" destOrd="0" parTransId="{E6067593-A3AC-4802-961D-4E5E17FAE1DA}" sibTransId="{9465D4F9-3C94-4C76-9B6E-D349828DF9ED}"/>
    <dgm:cxn modelId="{978520FF-F69F-4462-AA6B-11266B71C48E}" srcId="{3BAF36E4-FCE0-466C-B2F8-5827CAF77262}" destId="{A41A0155-A173-40CA-B315-C4E69A5C1915}" srcOrd="0" destOrd="0" parTransId="{01123831-71AB-4DBD-97C7-4C10CDAAB39C}" sibTransId="{3789A176-B1AF-476B-8C8F-5B3387E116C2}"/>
    <dgm:cxn modelId="{2C32BE36-AA38-4C04-A9F5-042ED9DF5BD7}" type="presParOf" srcId="{992ADB4E-5EBB-494C-AB51-FC5E53D2D0C7}" destId="{CF80A589-4B3A-43A9-84A4-DB389FB0A53E}" srcOrd="0" destOrd="0" presId="urn:microsoft.com/office/officeart/2005/8/layout/hList1"/>
    <dgm:cxn modelId="{952E2BC8-608B-4640-AF65-90B95B2D44F9}" type="presParOf" srcId="{CF80A589-4B3A-43A9-84A4-DB389FB0A53E}" destId="{35D0249A-2A62-48AF-8445-4658F540E46B}" srcOrd="0" destOrd="0" presId="urn:microsoft.com/office/officeart/2005/8/layout/hList1"/>
    <dgm:cxn modelId="{F00465C1-2A13-4807-90AC-5D6E0AF0A8BB}" type="presParOf" srcId="{CF80A589-4B3A-43A9-84A4-DB389FB0A53E}" destId="{B6E256A8-8A83-48D4-AD54-9A7B3183FBA6}" srcOrd="1" destOrd="0" presId="urn:microsoft.com/office/officeart/2005/8/layout/hList1"/>
    <dgm:cxn modelId="{0EFB92A3-7DC3-4468-95D9-4AD17ECCB303}" type="presParOf" srcId="{992ADB4E-5EBB-494C-AB51-FC5E53D2D0C7}" destId="{0D756347-C7C6-4350-81B5-6C677B81429F}" srcOrd="1" destOrd="0" presId="urn:microsoft.com/office/officeart/2005/8/layout/hList1"/>
    <dgm:cxn modelId="{5DB9E7AE-0FD3-4DA9-819B-FAA4D1059CFC}" type="presParOf" srcId="{992ADB4E-5EBB-494C-AB51-FC5E53D2D0C7}" destId="{6DD2E594-71AE-4C86-AAF3-CFBF5897529B}" srcOrd="2" destOrd="0" presId="urn:microsoft.com/office/officeart/2005/8/layout/hList1"/>
    <dgm:cxn modelId="{22732888-1F23-4D0A-93F0-165D5704BE27}" type="presParOf" srcId="{6DD2E594-71AE-4C86-AAF3-CFBF5897529B}" destId="{E03182EB-0F59-4D42-9216-70072A44CBF9}" srcOrd="0" destOrd="0" presId="urn:microsoft.com/office/officeart/2005/8/layout/hList1"/>
    <dgm:cxn modelId="{C1992C2C-3604-4C2E-8426-FB7964387EF9}" type="presParOf" srcId="{6DD2E594-71AE-4C86-AAF3-CFBF5897529B}" destId="{8EE86A64-EEE5-4EAB-9072-3409695A9C1B}" srcOrd="1" destOrd="0" presId="urn:microsoft.com/office/officeart/2005/8/layout/hList1"/>
    <dgm:cxn modelId="{46A917E7-7CF7-4A82-826F-373227816128}" type="presParOf" srcId="{992ADB4E-5EBB-494C-AB51-FC5E53D2D0C7}" destId="{69379D89-2EDF-4062-AE05-2348762FC1C4}" srcOrd="3" destOrd="0" presId="urn:microsoft.com/office/officeart/2005/8/layout/hList1"/>
    <dgm:cxn modelId="{95458045-45EB-451F-89C9-0371FC738149}" type="presParOf" srcId="{992ADB4E-5EBB-494C-AB51-FC5E53D2D0C7}" destId="{25B95D2E-D5B5-4331-9D7B-1EC48A8CE1FD}" srcOrd="4" destOrd="0" presId="urn:microsoft.com/office/officeart/2005/8/layout/hList1"/>
    <dgm:cxn modelId="{9220C391-5E7F-41BE-915A-65B53643FFA1}" type="presParOf" srcId="{25B95D2E-D5B5-4331-9D7B-1EC48A8CE1FD}" destId="{D00C8F68-5155-41B9-86A0-9378914882D4}" srcOrd="0" destOrd="0" presId="urn:microsoft.com/office/officeart/2005/8/layout/hList1"/>
    <dgm:cxn modelId="{BACD001C-4287-462C-B56E-88E78DF427DE}" type="presParOf" srcId="{25B95D2E-D5B5-4331-9D7B-1EC48A8CE1FD}" destId="{9193AD33-EDAB-4A26-B5AC-A024700743E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7C259-95C7-444A-990C-4BC7F292A5E7}">
      <dsp:nvSpPr>
        <dsp:cNvPr id="0" name=""/>
        <dsp:cNvSpPr/>
      </dsp:nvSpPr>
      <dsp:spPr>
        <a:xfrm>
          <a:off x="0" y="2492"/>
          <a:ext cx="81534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B0CC91-A206-44DA-97B8-CE53660DA1BE}">
      <dsp:nvSpPr>
        <dsp:cNvPr id="0" name=""/>
        <dsp:cNvSpPr/>
      </dsp:nvSpPr>
      <dsp:spPr>
        <a:xfrm>
          <a:off x="0" y="2492"/>
          <a:ext cx="1630680"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IN" sz="2700" kern="1200" dirty="0"/>
            <a:t>Summary of Existing Work</a:t>
          </a:r>
        </a:p>
      </dsp:txBody>
      <dsp:txXfrm>
        <a:off x="0" y="2492"/>
        <a:ext cx="1630680" cy="1700138"/>
      </dsp:txXfrm>
    </dsp:sp>
    <dsp:sp modelId="{A1BDD5DB-F227-4EE4-95C0-B69E2256E468}">
      <dsp:nvSpPr>
        <dsp:cNvPr id="0" name=""/>
        <dsp:cNvSpPr/>
      </dsp:nvSpPr>
      <dsp:spPr>
        <a:xfrm>
          <a:off x="1752980" y="29057"/>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Earlier systems used manual features, while modern approaches rely on deep learning models for emotion recognition. </a:t>
          </a:r>
          <a:endParaRPr lang="en-IN" sz="1600" kern="1200" dirty="0"/>
        </a:p>
      </dsp:txBody>
      <dsp:txXfrm>
        <a:off x="1752980" y="29057"/>
        <a:ext cx="6400418" cy="531293"/>
      </dsp:txXfrm>
    </dsp:sp>
    <dsp:sp modelId="{01BD419E-1BCC-4847-BD3B-43CCD2E13287}">
      <dsp:nvSpPr>
        <dsp:cNvPr id="0" name=""/>
        <dsp:cNvSpPr/>
      </dsp:nvSpPr>
      <dsp:spPr>
        <a:xfrm>
          <a:off x="1630679" y="560350"/>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B1B45C-9201-4EB6-A9C3-5A5D3E5AD75B}">
      <dsp:nvSpPr>
        <dsp:cNvPr id="0" name=""/>
        <dsp:cNvSpPr/>
      </dsp:nvSpPr>
      <dsp:spPr>
        <a:xfrm>
          <a:off x="1752980" y="586915"/>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Standard datasets like FER-2013 and CK+ are widely used to classify emotions into seven categories. </a:t>
          </a:r>
          <a:endParaRPr lang="en-IN" sz="1600" kern="1200" dirty="0"/>
        </a:p>
      </dsp:txBody>
      <dsp:txXfrm>
        <a:off x="1752980" y="586915"/>
        <a:ext cx="6400418" cy="531293"/>
      </dsp:txXfrm>
    </dsp:sp>
    <dsp:sp modelId="{839B948B-5B44-4712-98D4-C2C05AF50DE8}">
      <dsp:nvSpPr>
        <dsp:cNvPr id="0" name=""/>
        <dsp:cNvSpPr/>
      </dsp:nvSpPr>
      <dsp:spPr>
        <a:xfrm>
          <a:off x="1630679" y="1118208"/>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18394F-CB24-4DC0-B308-AD238D229B44}">
      <dsp:nvSpPr>
        <dsp:cNvPr id="0" name=""/>
        <dsp:cNvSpPr/>
      </dsp:nvSpPr>
      <dsp:spPr>
        <a:xfrm>
          <a:off x="1752980" y="1144773"/>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Transfer learning with pre-trained models helps improve accuracy using large-scale facial data.</a:t>
          </a:r>
          <a:endParaRPr lang="en-IN" sz="1600" kern="1200" dirty="0"/>
        </a:p>
      </dsp:txBody>
      <dsp:txXfrm>
        <a:off x="1752980" y="1144773"/>
        <a:ext cx="6400418" cy="531293"/>
      </dsp:txXfrm>
    </dsp:sp>
    <dsp:sp modelId="{FA825284-A08B-4C43-8C80-A56D77328A93}">
      <dsp:nvSpPr>
        <dsp:cNvPr id="0" name=""/>
        <dsp:cNvSpPr/>
      </dsp:nvSpPr>
      <dsp:spPr>
        <a:xfrm>
          <a:off x="1630679" y="1676066"/>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BF560B-4040-47C9-8FD1-5786D488EF24}">
      <dsp:nvSpPr>
        <dsp:cNvPr id="0" name=""/>
        <dsp:cNvSpPr/>
      </dsp:nvSpPr>
      <dsp:spPr>
        <a:xfrm>
          <a:off x="0" y="1702630"/>
          <a:ext cx="81534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78CB05-267D-4962-9331-C2C1AC4A50DE}">
      <dsp:nvSpPr>
        <dsp:cNvPr id="0" name=""/>
        <dsp:cNvSpPr/>
      </dsp:nvSpPr>
      <dsp:spPr>
        <a:xfrm>
          <a:off x="0" y="1702630"/>
          <a:ext cx="1630680"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IN" sz="2700" kern="1200" dirty="0"/>
            <a:t>Key Findings</a:t>
          </a:r>
        </a:p>
      </dsp:txBody>
      <dsp:txXfrm>
        <a:off x="0" y="1702630"/>
        <a:ext cx="1630680" cy="1700138"/>
      </dsp:txXfrm>
    </dsp:sp>
    <dsp:sp modelId="{ED913C5B-4404-4CEF-A0A2-DDF3A2A81E78}">
      <dsp:nvSpPr>
        <dsp:cNvPr id="0" name=""/>
        <dsp:cNvSpPr/>
      </dsp:nvSpPr>
      <dsp:spPr>
        <a:xfrm>
          <a:off x="1752980" y="1729195"/>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CNN layers learn basic features first and complex facial patterns like expressions in deeper layers. </a:t>
          </a:r>
          <a:endParaRPr lang="en-IN" sz="1600" kern="1200" dirty="0"/>
        </a:p>
      </dsp:txBody>
      <dsp:txXfrm>
        <a:off x="1752980" y="1729195"/>
        <a:ext cx="6400418" cy="531293"/>
      </dsp:txXfrm>
    </dsp:sp>
    <dsp:sp modelId="{953AE1CE-DD98-4467-8EE1-260A7176C3EF}">
      <dsp:nvSpPr>
        <dsp:cNvPr id="0" name=""/>
        <dsp:cNvSpPr/>
      </dsp:nvSpPr>
      <dsp:spPr>
        <a:xfrm>
          <a:off x="1630679" y="2260488"/>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61B8AE-47D8-4682-BB22-C1175221B4EB}">
      <dsp:nvSpPr>
        <dsp:cNvPr id="0" name=""/>
        <dsp:cNvSpPr/>
      </dsp:nvSpPr>
      <dsp:spPr>
        <a:xfrm>
          <a:off x="1752980" y="2287053"/>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Data augmentation improves model performance by handling variations in angles, lighting, and facial positions. </a:t>
          </a:r>
          <a:endParaRPr lang="en-IN" sz="1600" kern="1200" dirty="0"/>
        </a:p>
      </dsp:txBody>
      <dsp:txXfrm>
        <a:off x="1752980" y="2287053"/>
        <a:ext cx="6400418" cy="531293"/>
      </dsp:txXfrm>
    </dsp:sp>
    <dsp:sp modelId="{86243E2E-756D-4549-A3E3-B045A31F28B7}">
      <dsp:nvSpPr>
        <dsp:cNvPr id="0" name=""/>
        <dsp:cNvSpPr/>
      </dsp:nvSpPr>
      <dsp:spPr>
        <a:xfrm>
          <a:off x="1630679" y="2818346"/>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21FE09-E500-46AC-8D3A-DAC94D378352}">
      <dsp:nvSpPr>
        <dsp:cNvPr id="0" name=""/>
        <dsp:cNvSpPr/>
      </dsp:nvSpPr>
      <dsp:spPr>
        <a:xfrm>
          <a:off x="1752980" y="2844911"/>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Neutral emotion plays an important role in preventing misclassification of other emotions.</a:t>
          </a:r>
          <a:endParaRPr lang="en-IN" sz="1600" kern="1200" dirty="0"/>
        </a:p>
      </dsp:txBody>
      <dsp:txXfrm>
        <a:off x="1752980" y="2844911"/>
        <a:ext cx="6400418" cy="531293"/>
      </dsp:txXfrm>
    </dsp:sp>
    <dsp:sp modelId="{A8C7C8B9-A172-4322-9F8C-F60469ED979B}">
      <dsp:nvSpPr>
        <dsp:cNvPr id="0" name=""/>
        <dsp:cNvSpPr/>
      </dsp:nvSpPr>
      <dsp:spPr>
        <a:xfrm>
          <a:off x="1630679" y="3376204"/>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9071E0-4A47-4D51-B2EE-DFA4606CBB52}">
      <dsp:nvSpPr>
        <dsp:cNvPr id="0" name=""/>
        <dsp:cNvSpPr/>
      </dsp:nvSpPr>
      <dsp:spPr>
        <a:xfrm>
          <a:off x="0" y="3402769"/>
          <a:ext cx="81534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A4ACC4-E894-4558-ACBE-AC30146B99F9}">
      <dsp:nvSpPr>
        <dsp:cNvPr id="0" name=""/>
        <dsp:cNvSpPr/>
      </dsp:nvSpPr>
      <dsp:spPr>
        <a:xfrm>
          <a:off x="0" y="3402769"/>
          <a:ext cx="1630680"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IN" sz="2700" kern="1200" dirty="0"/>
            <a:t>Limitations / Gaps in Existing Solutions</a:t>
          </a:r>
        </a:p>
      </dsp:txBody>
      <dsp:txXfrm>
        <a:off x="0" y="3402769"/>
        <a:ext cx="1630680" cy="1700138"/>
      </dsp:txXfrm>
    </dsp:sp>
    <dsp:sp modelId="{1E80C693-6B86-41B8-96BB-4D30A89810F5}">
      <dsp:nvSpPr>
        <dsp:cNvPr id="0" name=""/>
        <dsp:cNvSpPr/>
      </dsp:nvSpPr>
      <dsp:spPr>
        <a:xfrm>
          <a:off x="1752980" y="3429333"/>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Models perform well on controlled images but struggle with real-world conditions like lighting and head movement. </a:t>
          </a:r>
          <a:endParaRPr lang="en-IN" sz="1600" kern="1200" dirty="0"/>
        </a:p>
      </dsp:txBody>
      <dsp:txXfrm>
        <a:off x="1752980" y="3429333"/>
        <a:ext cx="6400418" cy="531293"/>
      </dsp:txXfrm>
    </dsp:sp>
    <dsp:sp modelId="{924F4524-5306-48FA-9983-56BC9ED9AC3A}">
      <dsp:nvSpPr>
        <dsp:cNvPr id="0" name=""/>
        <dsp:cNvSpPr/>
      </dsp:nvSpPr>
      <dsp:spPr>
        <a:xfrm>
          <a:off x="1630679" y="3960626"/>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8D08FA-6A3E-43BC-B3FF-2D81E666B475}">
      <dsp:nvSpPr>
        <dsp:cNvPr id="0" name=""/>
        <dsp:cNvSpPr/>
      </dsp:nvSpPr>
      <dsp:spPr>
        <a:xfrm>
          <a:off x="1752980" y="3987191"/>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Existing systems fail to detect subtle or micro-expressions that indicate true emotions. </a:t>
          </a:r>
          <a:endParaRPr lang="en-IN" sz="1600" kern="1200" dirty="0"/>
        </a:p>
      </dsp:txBody>
      <dsp:txXfrm>
        <a:off x="1752980" y="3987191"/>
        <a:ext cx="6400418" cy="531293"/>
      </dsp:txXfrm>
    </dsp:sp>
    <dsp:sp modelId="{FE655A5C-069A-4F05-882A-2AC8616A4D38}">
      <dsp:nvSpPr>
        <dsp:cNvPr id="0" name=""/>
        <dsp:cNvSpPr/>
      </dsp:nvSpPr>
      <dsp:spPr>
        <a:xfrm>
          <a:off x="1630679" y="4518484"/>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08560B-2D89-4D05-92CA-574DEB2DAE6C}">
      <dsp:nvSpPr>
        <dsp:cNvPr id="0" name=""/>
        <dsp:cNvSpPr/>
      </dsp:nvSpPr>
      <dsp:spPr>
        <a:xfrm>
          <a:off x="1752980" y="4545049"/>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Bias in datasets affects performance across different age groups, skin tones, and facial variations.</a:t>
          </a:r>
          <a:endParaRPr lang="en-IN" sz="1600" kern="1200" dirty="0"/>
        </a:p>
      </dsp:txBody>
      <dsp:txXfrm>
        <a:off x="1752980" y="4545049"/>
        <a:ext cx="6400418" cy="531293"/>
      </dsp:txXfrm>
    </dsp:sp>
    <dsp:sp modelId="{0F20EDDA-2A78-4188-9F04-C94F37C752FE}">
      <dsp:nvSpPr>
        <dsp:cNvPr id="0" name=""/>
        <dsp:cNvSpPr/>
      </dsp:nvSpPr>
      <dsp:spPr>
        <a:xfrm>
          <a:off x="1630679" y="5076342"/>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E37EAC-67A9-40BD-9ABA-396D5A3939CC}">
      <dsp:nvSpPr>
        <dsp:cNvPr id="0" name=""/>
        <dsp:cNvSpPr/>
      </dsp:nvSpPr>
      <dsp:spPr>
        <a:xfrm>
          <a:off x="2428632" y="635268"/>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59699" y="678392"/>
        <a:ext cx="25933" cy="5191"/>
      </dsp:txXfrm>
    </dsp:sp>
    <dsp:sp modelId="{4F714CDB-F6BE-447C-A1FB-E74AA61CA525}">
      <dsp:nvSpPr>
        <dsp:cNvPr id="0" name=""/>
        <dsp:cNvSpPr/>
      </dsp:nvSpPr>
      <dsp:spPr>
        <a:xfrm>
          <a:off x="175358" y="4466"/>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b="1" i="0" kern="1200" dirty="0"/>
            <a:t>Step 1: Data Input &amp; Loading</a:t>
          </a:r>
        </a:p>
        <a:p>
          <a:pPr marL="114300" lvl="1" indent="-114300" algn="l" defTabSz="533400">
            <a:lnSpc>
              <a:spcPct val="90000"/>
            </a:lnSpc>
            <a:spcBef>
              <a:spcPct val="0"/>
            </a:spcBef>
            <a:spcAft>
              <a:spcPct val="15000"/>
            </a:spcAft>
            <a:buChar char="•"/>
          </a:pPr>
          <a:r>
            <a:rPr lang="en-US" sz="1200" kern="1200" dirty="0"/>
            <a:t>User provides Image, manually</a:t>
          </a:r>
          <a:endParaRPr lang="en-IN" sz="1200" kern="1200" dirty="0"/>
        </a:p>
        <a:p>
          <a:pPr marL="114300" lvl="1" indent="-114300" algn="l" defTabSz="533400">
            <a:lnSpc>
              <a:spcPct val="90000"/>
            </a:lnSpc>
            <a:spcBef>
              <a:spcPct val="0"/>
            </a:spcBef>
            <a:spcAft>
              <a:spcPct val="15000"/>
            </a:spcAft>
            <a:buChar char="•"/>
          </a:pPr>
          <a:r>
            <a:rPr lang="en-US" sz="1200" kern="1200" dirty="0"/>
            <a:t>Or Real-Time Image Detection using Webcam</a:t>
          </a:r>
          <a:endParaRPr lang="en-IN" sz="1200" kern="1200" dirty="0"/>
        </a:p>
      </dsp:txBody>
      <dsp:txXfrm>
        <a:off x="175358" y="4466"/>
        <a:ext cx="2255073" cy="1353044"/>
      </dsp:txXfrm>
    </dsp:sp>
    <dsp:sp modelId="{DD7C45F9-EAD0-461A-8580-53322109C093}">
      <dsp:nvSpPr>
        <dsp:cNvPr id="0" name=""/>
        <dsp:cNvSpPr/>
      </dsp:nvSpPr>
      <dsp:spPr>
        <a:xfrm>
          <a:off x="5202373" y="635268"/>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433440" y="678392"/>
        <a:ext cx="25933" cy="5191"/>
      </dsp:txXfrm>
    </dsp:sp>
    <dsp:sp modelId="{2EAAD902-99B3-4035-8B77-A901CE97603C}">
      <dsp:nvSpPr>
        <dsp:cNvPr id="0" name=""/>
        <dsp:cNvSpPr/>
      </dsp:nvSpPr>
      <dsp:spPr>
        <a:xfrm>
          <a:off x="2949099" y="4466"/>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b="1" kern="1200" dirty="0"/>
            <a:t>Step 2: Face Detection</a:t>
          </a:r>
          <a:endParaRPr lang="en-IN" sz="1200" b="1" kern="1200" dirty="0"/>
        </a:p>
        <a:p>
          <a:pPr marL="114300" lvl="1" indent="-114300" algn="l" defTabSz="533400">
            <a:lnSpc>
              <a:spcPct val="90000"/>
            </a:lnSpc>
            <a:spcBef>
              <a:spcPct val="0"/>
            </a:spcBef>
            <a:spcAft>
              <a:spcPct val="15000"/>
            </a:spcAft>
            <a:buChar char="•"/>
          </a:pPr>
          <a:r>
            <a:rPr lang="en-US" sz="1200" kern="1200" dirty="0"/>
            <a:t>OpenCV Detects Facial Region</a:t>
          </a:r>
          <a:endParaRPr lang="en-IN" sz="1200" kern="1200" dirty="0"/>
        </a:p>
      </dsp:txBody>
      <dsp:txXfrm>
        <a:off x="2949099" y="4466"/>
        <a:ext cx="2255073" cy="1353044"/>
      </dsp:txXfrm>
    </dsp:sp>
    <dsp:sp modelId="{B4052A57-39F6-4E24-9D64-6BB380D82796}">
      <dsp:nvSpPr>
        <dsp:cNvPr id="0" name=""/>
        <dsp:cNvSpPr/>
      </dsp:nvSpPr>
      <dsp:spPr>
        <a:xfrm>
          <a:off x="1302895" y="1355710"/>
          <a:ext cx="5547481" cy="488066"/>
        </a:xfrm>
        <a:custGeom>
          <a:avLst/>
          <a:gdLst/>
          <a:ahLst/>
          <a:cxnLst/>
          <a:rect l="0" t="0" r="0" b="0"/>
          <a:pathLst>
            <a:path>
              <a:moveTo>
                <a:pt x="5547481" y="0"/>
              </a:moveTo>
              <a:lnTo>
                <a:pt x="5547481" y="261133"/>
              </a:lnTo>
              <a:lnTo>
                <a:pt x="0" y="261133"/>
              </a:lnTo>
              <a:lnTo>
                <a:pt x="0" y="488066"/>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37344" y="1597148"/>
        <a:ext cx="278583" cy="5191"/>
      </dsp:txXfrm>
    </dsp:sp>
    <dsp:sp modelId="{3B045B17-893D-4C42-AFDD-53A9A303D746}">
      <dsp:nvSpPr>
        <dsp:cNvPr id="0" name=""/>
        <dsp:cNvSpPr/>
      </dsp:nvSpPr>
      <dsp:spPr>
        <a:xfrm>
          <a:off x="5722840" y="4466"/>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b="1" kern="1200" dirty="0"/>
            <a:t>Step 3: Data Pre-processing</a:t>
          </a:r>
          <a:endParaRPr lang="en-IN" sz="1200" b="1" kern="1200" dirty="0"/>
        </a:p>
        <a:p>
          <a:pPr marL="114300" lvl="1" indent="-114300" algn="l" defTabSz="533400">
            <a:lnSpc>
              <a:spcPct val="90000"/>
            </a:lnSpc>
            <a:spcBef>
              <a:spcPct val="0"/>
            </a:spcBef>
            <a:spcAft>
              <a:spcPct val="15000"/>
            </a:spcAft>
            <a:buNone/>
          </a:pPr>
          <a:r>
            <a:rPr lang="en-IN" sz="1200" kern="1200" dirty="0"/>
            <a:t>Reshape images → (48, 48, 1)</a:t>
          </a:r>
          <a:endParaRPr lang="en-IN" sz="1200" b="0" kern="1200" dirty="0"/>
        </a:p>
        <a:p>
          <a:pPr marL="114300" lvl="1" indent="-114300" algn="l" defTabSz="533400">
            <a:lnSpc>
              <a:spcPct val="90000"/>
            </a:lnSpc>
            <a:spcBef>
              <a:spcPct val="0"/>
            </a:spcBef>
            <a:spcAft>
              <a:spcPct val="15000"/>
            </a:spcAft>
            <a:buNone/>
          </a:pPr>
          <a:r>
            <a:rPr lang="en-IN" sz="1200" kern="1200" dirty="0"/>
            <a:t>Normalize pixel values </a:t>
          </a:r>
          <a:r>
            <a:rPr lang="en-IN" sz="1200" b="0" kern="1200" dirty="0"/>
            <a:t>→ [0,1]range (/255)</a:t>
          </a:r>
        </a:p>
        <a:p>
          <a:pPr marL="114300" lvl="1" indent="-114300" algn="l" defTabSz="533400">
            <a:lnSpc>
              <a:spcPct val="90000"/>
            </a:lnSpc>
            <a:spcBef>
              <a:spcPct val="0"/>
            </a:spcBef>
            <a:spcAft>
              <a:spcPct val="15000"/>
            </a:spcAft>
            <a:buNone/>
          </a:pPr>
          <a:r>
            <a:rPr lang="en-IN" sz="1200" kern="1200"/>
            <a:t>Convert labels → </a:t>
          </a:r>
          <a:r>
            <a:rPr lang="en-IN" sz="1200" b="0" kern="1200"/>
            <a:t>one-hot encoding (7 classes)</a:t>
          </a:r>
          <a:endParaRPr lang="en-IN" sz="1200" b="0" kern="1200" dirty="0"/>
        </a:p>
      </dsp:txBody>
      <dsp:txXfrm>
        <a:off x="5722840" y="4466"/>
        <a:ext cx="2255073" cy="1353044"/>
      </dsp:txXfrm>
    </dsp:sp>
    <dsp:sp modelId="{D71FCDD0-3605-4F61-B247-8AB92CEBA58F}">
      <dsp:nvSpPr>
        <dsp:cNvPr id="0" name=""/>
        <dsp:cNvSpPr/>
      </dsp:nvSpPr>
      <dsp:spPr>
        <a:xfrm>
          <a:off x="2428632" y="2506980"/>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59699" y="2550104"/>
        <a:ext cx="25933" cy="5191"/>
      </dsp:txXfrm>
    </dsp:sp>
    <dsp:sp modelId="{EB814AAD-C052-47B5-93AE-57DCF75A2DD3}">
      <dsp:nvSpPr>
        <dsp:cNvPr id="0" name=""/>
        <dsp:cNvSpPr/>
      </dsp:nvSpPr>
      <dsp:spPr>
        <a:xfrm>
          <a:off x="175358" y="1876177"/>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IN" sz="1200" b="1" kern="1200" dirty="0"/>
            <a:t>Step 4: Data Augmentation &amp; Generation</a:t>
          </a:r>
        </a:p>
        <a:p>
          <a:pPr marL="114300" lvl="1" indent="-114300" algn="l" defTabSz="533400">
            <a:lnSpc>
              <a:spcPct val="90000"/>
            </a:lnSpc>
            <a:spcBef>
              <a:spcPct val="0"/>
            </a:spcBef>
            <a:spcAft>
              <a:spcPct val="15000"/>
            </a:spcAft>
            <a:buFont typeface="Arial" panose="020B0604020202020204" pitchFamily="34" charset="0"/>
            <a:buChar char="•"/>
          </a:pPr>
          <a:r>
            <a:rPr lang="en-IN" sz="1200" b="0" kern="1200" dirty="0"/>
            <a:t>Uses </a:t>
          </a:r>
          <a:r>
            <a:rPr lang="en-IN" sz="1200" b="0" kern="1200" dirty="0" err="1"/>
            <a:t>ImageDataGenerator</a:t>
          </a:r>
          <a:r>
            <a:rPr lang="en-IN" sz="1200" b="0" kern="1200" dirty="0"/>
            <a:t> for: Rotation, zoom, horizontal flip.</a:t>
          </a:r>
        </a:p>
      </dsp:txBody>
      <dsp:txXfrm>
        <a:off x="175358" y="1876177"/>
        <a:ext cx="2255073" cy="1353044"/>
      </dsp:txXfrm>
    </dsp:sp>
    <dsp:sp modelId="{C76B0124-FB0B-4FE7-BB98-F6F4780ED432}">
      <dsp:nvSpPr>
        <dsp:cNvPr id="0" name=""/>
        <dsp:cNvSpPr/>
      </dsp:nvSpPr>
      <dsp:spPr>
        <a:xfrm>
          <a:off x="5202373" y="2506980"/>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433440" y="2550104"/>
        <a:ext cx="25933" cy="5191"/>
      </dsp:txXfrm>
    </dsp:sp>
    <dsp:sp modelId="{BC02CA67-958D-4DEB-B77C-30562E13493C}">
      <dsp:nvSpPr>
        <dsp:cNvPr id="0" name=""/>
        <dsp:cNvSpPr/>
      </dsp:nvSpPr>
      <dsp:spPr>
        <a:xfrm>
          <a:off x="2949099" y="1876177"/>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5: </a:t>
          </a:r>
          <a:r>
            <a:rPr lang="en-IN" sz="1200" b="1" kern="1200" dirty="0"/>
            <a:t>CNN Feature Extraction</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Input → (48×48×1) image </a:t>
          </a:r>
        </a:p>
        <a:p>
          <a:pPr marL="114300" lvl="1" indent="-114300" algn="l" defTabSz="533400">
            <a:lnSpc>
              <a:spcPct val="90000"/>
            </a:lnSpc>
            <a:spcBef>
              <a:spcPct val="0"/>
            </a:spcBef>
            <a:spcAft>
              <a:spcPct val="15000"/>
            </a:spcAft>
            <a:buFont typeface="Arial" panose="020B0604020202020204" pitchFamily="34" charset="0"/>
            <a:buChar char="•"/>
          </a:pPr>
          <a:r>
            <a:rPr lang="en-US" sz="1200" b="0" kern="1200" dirty="0"/>
            <a:t>Multiple Conv2D + </a:t>
          </a:r>
          <a:r>
            <a:rPr lang="en-US" sz="1200" b="0" kern="1200" dirty="0" err="1"/>
            <a:t>BatchNorm</a:t>
          </a:r>
          <a:r>
            <a:rPr lang="en-US" sz="1200" b="0" kern="1200" dirty="0"/>
            <a:t> + </a:t>
          </a:r>
          <a:r>
            <a:rPr lang="en-US" sz="1200" b="0" kern="1200" dirty="0" err="1"/>
            <a:t>ReLU</a:t>
          </a:r>
          <a:r>
            <a:rPr lang="en-US" sz="1200" b="0" kern="1200" dirty="0"/>
            <a:t> + </a:t>
          </a:r>
          <a:r>
            <a:rPr lang="en-US" sz="1200" b="0" kern="1200" dirty="0" err="1"/>
            <a:t>MaxPooling</a:t>
          </a:r>
          <a:r>
            <a:rPr lang="en-US" sz="1200" b="0" kern="1200" dirty="0"/>
            <a:t> layers</a:t>
          </a:r>
        </a:p>
        <a:p>
          <a:pPr marL="114300" lvl="1" indent="-114300" algn="l" defTabSz="533400">
            <a:lnSpc>
              <a:spcPct val="90000"/>
            </a:lnSpc>
            <a:spcBef>
              <a:spcPct val="0"/>
            </a:spcBef>
            <a:spcAft>
              <a:spcPct val="15000"/>
            </a:spcAft>
            <a:buFont typeface="Arial" panose="020B0604020202020204" pitchFamily="34" charset="0"/>
            <a:buChar char="•"/>
          </a:pPr>
          <a:r>
            <a:rPr lang="en-IN" sz="1200" b="0" kern="1200" dirty="0"/>
            <a:t>Apply Dropout &amp; </a:t>
          </a:r>
          <a:r>
            <a:rPr lang="en-US" sz="1200" b="0" kern="1200" dirty="0"/>
            <a:t>Flatten → Fully Connected Layers → </a:t>
          </a:r>
          <a:r>
            <a:rPr lang="en-US" sz="1200" b="0" kern="1200" dirty="0" err="1"/>
            <a:t>Softmax</a:t>
          </a:r>
          <a:r>
            <a:rPr lang="en-US" sz="1200" b="0" kern="1200" dirty="0"/>
            <a:t> (7 emotions) </a:t>
          </a:r>
        </a:p>
      </dsp:txBody>
      <dsp:txXfrm>
        <a:off x="2949099" y="1876177"/>
        <a:ext cx="2255073" cy="1353044"/>
      </dsp:txXfrm>
    </dsp:sp>
    <dsp:sp modelId="{1E24E573-FA15-4CE8-AC01-1FCF4106DB70}">
      <dsp:nvSpPr>
        <dsp:cNvPr id="0" name=""/>
        <dsp:cNvSpPr/>
      </dsp:nvSpPr>
      <dsp:spPr>
        <a:xfrm>
          <a:off x="1302895" y="3227422"/>
          <a:ext cx="5547481" cy="488066"/>
        </a:xfrm>
        <a:custGeom>
          <a:avLst/>
          <a:gdLst/>
          <a:ahLst/>
          <a:cxnLst/>
          <a:rect l="0" t="0" r="0" b="0"/>
          <a:pathLst>
            <a:path>
              <a:moveTo>
                <a:pt x="5547481" y="0"/>
              </a:moveTo>
              <a:lnTo>
                <a:pt x="5547481" y="261133"/>
              </a:lnTo>
              <a:lnTo>
                <a:pt x="0" y="261133"/>
              </a:lnTo>
              <a:lnTo>
                <a:pt x="0" y="488066"/>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37344" y="3468859"/>
        <a:ext cx="278583" cy="5191"/>
      </dsp:txXfrm>
    </dsp:sp>
    <dsp:sp modelId="{CC620400-2F74-4D29-BDAC-89EA9A2B96F9}">
      <dsp:nvSpPr>
        <dsp:cNvPr id="0" name=""/>
        <dsp:cNvSpPr/>
      </dsp:nvSpPr>
      <dsp:spPr>
        <a:xfrm>
          <a:off x="5722840" y="1876177"/>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6: T</a:t>
          </a:r>
          <a:r>
            <a:rPr lang="en-IN" sz="1200" b="1" kern="1200" dirty="0"/>
            <a:t>raining with Adaptive Learning</a:t>
          </a:r>
        </a:p>
        <a:p>
          <a:pPr marL="114300" lvl="1" indent="-114300" algn="l" defTabSz="533400">
            <a:lnSpc>
              <a:spcPct val="90000"/>
            </a:lnSpc>
            <a:spcBef>
              <a:spcPct val="0"/>
            </a:spcBef>
            <a:spcAft>
              <a:spcPct val="15000"/>
            </a:spcAft>
            <a:buFont typeface="Arial" panose="020B0604020202020204" pitchFamily="34" charset="0"/>
            <a:buChar char="•"/>
          </a:pPr>
          <a:r>
            <a:rPr lang="en-US" sz="1200" b="0" kern="1200" dirty="0"/>
            <a:t>Train using: Adam optimizer (</a:t>
          </a:r>
          <a:r>
            <a:rPr lang="en-US" sz="1200" b="0" kern="1200" dirty="0" err="1"/>
            <a:t>lr</a:t>
          </a:r>
          <a:r>
            <a:rPr lang="en-US" sz="1200" b="0" kern="1200" dirty="0"/>
            <a:t>=0.0001); </a:t>
          </a:r>
          <a:r>
            <a:rPr lang="en-IN" sz="1200" b="0" kern="1200" dirty="0"/>
            <a:t>Categorical </a:t>
          </a:r>
          <a:r>
            <a:rPr lang="en-IN" sz="1200" b="0" kern="1200" dirty="0" err="1"/>
            <a:t>Crossentropy</a:t>
          </a:r>
          <a:r>
            <a:rPr lang="en-IN" sz="1200" b="0" kern="1200" dirty="0"/>
            <a:t> loss</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 Use callbacks: </a:t>
          </a:r>
          <a:r>
            <a:rPr lang="en-IN" sz="1200" kern="1200" dirty="0" err="1"/>
            <a:t>EarlyStopping</a:t>
          </a:r>
          <a:r>
            <a:rPr lang="en-IN" sz="1200" kern="1200" dirty="0"/>
            <a:t>, </a:t>
          </a:r>
          <a:r>
            <a:rPr lang="en-IN" sz="1200" kern="1200" dirty="0" err="1"/>
            <a:t>ModelCheckpoint</a:t>
          </a:r>
          <a:endParaRPr lang="en-IN" sz="1200" kern="1200" dirty="0"/>
        </a:p>
      </dsp:txBody>
      <dsp:txXfrm>
        <a:off x="5722840" y="1876177"/>
        <a:ext cx="2255073" cy="1353044"/>
      </dsp:txXfrm>
    </dsp:sp>
    <dsp:sp modelId="{D2424F1A-FCD4-4AEE-81F6-5C82118B2606}">
      <dsp:nvSpPr>
        <dsp:cNvPr id="0" name=""/>
        <dsp:cNvSpPr/>
      </dsp:nvSpPr>
      <dsp:spPr>
        <a:xfrm>
          <a:off x="2428632" y="4378691"/>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59699" y="4421815"/>
        <a:ext cx="25933" cy="5191"/>
      </dsp:txXfrm>
    </dsp:sp>
    <dsp:sp modelId="{00160C5E-A38F-4FBB-98E4-A89B688D96D0}">
      <dsp:nvSpPr>
        <dsp:cNvPr id="0" name=""/>
        <dsp:cNvSpPr/>
      </dsp:nvSpPr>
      <dsp:spPr>
        <a:xfrm>
          <a:off x="175358" y="3747889"/>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7: </a:t>
          </a:r>
          <a:r>
            <a:rPr lang="en-US" sz="1200" b="1" kern="1200"/>
            <a:t>Model </a:t>
          </a:r>
          <a:r>
            <a:rPr lang="en-IN" sz="1200" b="1" kern="1200"/>
            <a:t>Evaluation</a:t>
          </a:r>
          <a:endParaRPr lang="en-IN" sz="1200" b="0" kern="1200" dirty="0"/>
        </a:p>
        <a:p>
          <a:pPr marL="114300" lvl="1" indent="-114300" algn="l" defTabSz="533400">
            <a:lnSpc>
              <a:spcPct val="90000"/>
            </a:lnSpc>
            <a:spcBef>
              <a:spcPct val="0"/>
            </a:spcBef>
            <a:spcAft>
              <a:spcPct val="15000"/>
            </a:spcAft>
            <a:buNone/>
          </a:pPr>
          <a:r>
            <a:rPr lang="en-US" sz="1200" kern="1200"/>
            <a:t>Evaluates on test/validation data</a:t>
          </a:r>
          <a:endParaRPr lang="en-IN" sz="1200" kern="1200"/>
        </a:p>
        <a:p>
          <a:pPr marL="114300" lvl="1" indent="-114300" algn="l" defTabSz="533400">
            <a:lnSpc>
              <a:spcPct val="90000"/>
            </a:lnSpc>
            <a:spcBef>
              <a:spcPct val="0"/>
            </a:spcBef>
            <a:spcAft>
              <a:spcPct val="15000"/>
            </a:spcAft>
            <a:buNone/>
          </a:pPr>
          <a:r>
            <a:rPr lang="en-US" sz="1200" kern="1200" dirty="0"/>
            <a:t>F1-score, Accuracy/Loss Curve, Confusion Matrix</a:t>
          </a:r>
          <a:endParaRPr lang="en-IN" sz="1200" kern="1200" dirty="0"/>
        </a:p>
      </dsp:txBody>
      <dsp:txXfrm>
        <a:off x="175358" y="3747889"/>
        <a:ext cx="2255073" cy="1353044"/>
      </dsp:txXfrm>
    </dsp:sp>
    <dsp:sp modelId="{9FB6CF81-06A3-4CA2-BC3E-4768BD48D81E}">
      <dsp:nvSpPr>
        <dsp:cNvPr id="0" name=""/>
        <dsp:cNvSpPr/>
      </dsp:nvSpPr>
      <dsp:spPr>
        <a:xfrm>
          <a:off x="2949099" y="3747889"/>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8: </a:t>
          </a:r>
          <a:r>
            <a:rPr lang="en-US" sz="1200" b="1" kern="1200"/>
            <a:t>Emotion Prediction</a:t>
          </a:r>
          <a:endParaRPr lang="en-IN" sz="1200" b="1"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a:t>Final predicted emotion, for static image</a:t>
          </a:r>
          <a:endParaRPr lang="en-IN" sz="1200" kern="120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Real-time Emotion Identification</a:t>
          </a:r>
          <a:endParaRPr lang="en-IN" sz="1200" kern="1200" dirty="0"/>
        </a:p>
      </dsp:txBody>
      <dsp:txXfrm>
        <a:off x="2949099" y="3747889"/>
        <a:ext cx="2255073" cy="13530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0249A-2A62-48AF-8445-4658F540E46B}">
      <dsp:nvSpPr>
        <dsp:cNvPr id="0" name=""/>
        <dsp:cNvSpPr/>
      </dsp:nvSpPr>
      <dsp:spPr>
        <a:xfrm>
          <a:off x="2547" y="307506"/>
          <a:ext cx="2484239" cy="63091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a:t>Model Training Performance</a:t>
          </a:r>
        </a:p>
      </dsp:txBody>
      <dsp:txXfrm>
        <a:off x="2547" y="307506"/>
        <a:ext cx="2484239" cy="630917"/>
      </dsp:txXfrm>
    </dsp:sp>
    <dsp:sp modelId="{B6E256A8-8A83-48D4-AD54-9A7B3183FBA6}">
      <dsp:nvSpPr>
        <dsp:cNvPr id="0" name=""/>
        <dsp:cNvSpPr/>
      </dsp:nvSpPr>
      <dsp:spPr>
        <a:xfrm>
          <a:off x="2547" y="938423"/>
          <a:ext cx="2484239" cy="385946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IN" sz="1900" b="0" kern="1200" dirty="0"/>
            <a:t>Trained for 15 epochs on FER dataset </a:t>
          </a:r>
        </a:p>
        <a:p>
          <a:pPr marL="171450" lvl="1" indent="-171450" algn="l" defTabSz="844550">
            <a:lnSpc>
              <a:spcPct val="90000"/>
            </a:lnSpc>
            <a:spcBef>
              <a:spcPct val="0"/>
            </a:spcBef>
            <a:spcAft>
              <a:spcPct val="15000"/>
            </a:spcAft>
            <a:buFont typeface="Arial" panose="020B0604020202020204" pitchFamily="34" charset="0"/>
            <a:buChar char="•"/>
          </a:pPr>
          <a:r>
            <a:rPr lang="en-IN" sz="1900" b="0" kern="1200"/>
            <a:t>Achieved: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Training Accuracy: 51–52%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Validation Accuracy: 52–53% </a:t>
          </a:r>
        </a:p>
        <a:p>
          <a:pPr marL="171450" lvl="1" indent="-171450" algn="l" defTabSz="844550">
            <a:lnSpc>
              <a:spcPct val="90000"/>
            </a:lnSpc>
            <a:spcBef>
              <a:spcPct val="0"/>
            </a:spcBef>
            <a:spcAft>
              <a:spcPct val="15000"/>
            </a:spcAft>
            <a:buFont typeface="Arial" panose="020B0604020202020204" pitchFamily="34" charset="0"/>
            <a:buChar char="•"/>
          </a:pPr>
          <a:r>
            <a:rPr lang="en-IN" sz="1900" b="0" kern="1200"/>
            <a:t>Loss reduced significantly: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4.0 → 1.45 (training loss)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3.5 → 1.45 (validation loss) </a:t>
          </a:r>
        </a:p>
      </dsp:txBody>
      <dsp:txXfrm>
        <a:off x="2547" y="938423"/>
        <a:ext cx="2484239" cy="3859469"/>
      </dsp:txXfrm>
    </dsp:sp>
    <dsp:sp modelId="{E03182EB-0F59-4D42-9216-70072A44CBF9}">
      <dsp:nvSpPr>
        <dsp:cNvPr id="0" name=""/>
        <dsp:cNvSpPr/>
      </dsp:nvSpPr>
      <dsp:spPr>
        <a:xfrm>
          <a:off x="2834580" y="307506"/>
          <a:ext cx="2484239" cy="63091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dirty="0"/>
            <a:t>Model Evaluation </a:t>
          </a:r>
        </a:p>
      </dsp:txBody>
      <dsp:txXfrm>
        <a:off x="2834580" y="307506"/>
        <a:ext cx="2484239" cy="630917"/>
      </dsp:txXfrm>
    </dsp:sp>
    <dsp:sp modelId="{8EE86A64-EEE5-4EAB-9072-3409695A9C1B}">
      <dsp:nvSpPr>
        <dsp:cNvPr id="0" name=""/>
        <dsp:cNvSpPr/>
      </dsp:nvSpPr>
      <dsp:spPr>
        <a:xfrm>
          <a:off x="2834580" y="938423"/>
          <a:ext cx="2484239" cy="385946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Final Test Accuracy: 57.5%</a:t>
          </a:r>
          <a:endParaRPr lang="en-IN" sz="1900" b="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a:t>Weighted F1-score: 0.553</a:t>
          </a:r>
          <a:endParaRPr lang="en-IN" sz="1900" b="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Strong class performance: Happy: F1 = 0.794 (best); </a:t>
          </a:r>
          <a:r>
            <a:rPr lang="en-IN" sz="1900" b="0" kern="1200" dirty="0"/>
            <a:t>Sad: F1 = 0.715 </a:t>
          </a:r>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Weak classes identified: Fear: Recall = 0.167; </a:t>
          </a:r>
          <a:r>
            <a:rPr lang="en-IN" sz="1900" b="0" kern="1200" dirty="0"/>
            <a:t>Disgust: Recall = 0.192</a:t>
          </a:r>
          <a:endParaRPr lang="en-US" sz="1900" b="0" kern="1200" dirty="0"/>
        </a:p>
        <a:p>
          <a:pPr marL="171450" lvl="1" indent="-171450" algn="l" defTabSz="844550">
            <a:lnSpc>
              <a:spcPct val="90000"/>
            </a:lnSpc>
            <a:spcBef>
              <a:spcPct val="0"/>
            </a:spcBef>
            <a:spcAft>
              <a:spcPct val="15000"/>
            </a:spcAft>
            <a:buFont typeface="Arial" panose="020B0604020202020204" pitchFamily="34" charset="0"/>
            <a:buChar char="•"/>
          </a:pPr>
          <a:endParaRPr lang="en-US" sz="1900" b="0" kern="1200" dirty="0"/>
        </a:p>
      </dsp:txBody>
      <dsp:txXfrm>
        <a:off x="2834580" y="938423"/>
        <a:ext cx="2484239" cy="3859469"/>
      </dsp:txXfrm>
    </dsp:sp>
    <dsp:sp modelId="{D00C8F68-5155-41B9-86A0-9378914882D4}">
      <dsp:nvSpPr>
        <dsp:cNvPr id="0" name=""/>
        <dsp:cNvSpPr/>
      </dsp:nvSpPr>
      <dsp:spPr>
        <a:xfrm>
          <a:off x="5666612" y="307506"/>
          <a:ext cx="2484239" cy="63091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kern="1200" dirty="0"/>
            <a:t>Confusion Matrix Insights</a:t>
          </a:r>
          <a:endParaRPr lang="en-IN" sz="1900" b="0" kern="1200" dirty="0"/>
        </a:p>
      </dsp:txBody>
      <dsp:txXfrm>
        <a:off x="5666612" y="307506"/>
        <a:ext cx="2484239" cy="630917"/>
      </dsp:txXfrm>
    </dsp:sp>
    <dsp:sp modelId="{9193AD33-EDAB-4A26-B5AC-A024700743ED}">
      <dsp:nvSpPr>
        <dsp:cNvPr id="0" name=""/>
        <dsp:cNvSpPr/>
      </dsp:nvSpPr>
      <dsp:spPr>
        <a:xfrm>
          <a:off x="5666612" y="938423"/>
          <a:ext cx="2484239" cy="385946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Model performs well on: Happy (775 correct predictions); </a:t>
          </a:r>
          <a:r>
            <a:rPr lang="en-IN" sz="1900" b="0" kern="1200" dirty="0"/>
            <a:t>Surprise (332 correct) </a:t>
          </a:r>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Major misclassifications: Fear → Anger / Neutral; Neutral ↔ Anger confusion (169 cases)</a:t>
          </a:r>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Indicates class imbalance + feature similarity issues</a:t>
          </a:r>
        </a:p>
      </dsp:txBody>
      <dsp:txXfrm>
        <a:off x="5666612" y="938423"/>
        <a:ext cx="2484239" cy="38594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7AAE40-EC51-40B7-BEE9-A309CD065EBB}" type="datetimeFigureOut">
              <a:rPr lang="en-US" smtClean="0"/>
              <a:pPr/>
              <a:t>5/3/2026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65386-9BEA-4027-A533-701655781E7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solidFill>
                  <a:schemeClr val="bg1"/>
                </a:solidFill>
              </a:defRPr>
            </a:lvl1pPr>
          </a:lstStyle>
          <a:p>
            <a:r>
              <a:rPr kumimoji="0"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B05FC8C-5F84-40FC-9DB3-36FAAD4852D4}" type="datetime1">
              <a:rPr lang="en-US" smtClean="0"/>
              <a:pPr/>
              <a:t>5/3/2026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lvl1pPr>
              <a:defRPr>
                <a:solidFill>
                  <a:schemeClr val="tx1"/>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D19D3B58-94F3-49B3-A594-72F91CE4F73B}" type="datetime1">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048A83B2-5A21-40A6-8CC9-AECD50B431A2}" type="datetime1">
              <a:rPr lang="en-US" smtClean="0"/>
              <a:pPr/>
              <a:t>5/3/2026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C894BB91-8EDE-443C-934F-82BCDBE84739}" type="datetime1">
              <a:rPr lang="en-US" smtClean="0"/>
              <a:pPr/>
              <a:t>5/3/2026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0402FC8E-0AD3-46CC-B4A8-9E21B2D784F3}" type="datetime1">
              <a:rPr lang="en-US" smtClean="0"/>
              <a:pPr/>
              <a:t>5/3/2026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8ED778E-50AD-4331-9E18-57BE71B7F4DA}" type="datetime1">
              <a:rPr lang="en-US" smtClean="0"/>
              <a:pPr/>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8AFDFE-A229-48E6-90CD-7598AE829545}" type="datetime1">
              <a:rPr lang="en-US" smtClean="0"/>
              <a:pPr/>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EEEAFCCE-38D0-4CB1-84AE-92A62C822E7F}" type="datetime1">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F64D0CD7-4FA3-45CB-B70F-EA07A191669C}" type="datetime1">
              <a:rPr lang="en-US" smtClean="0"/>
              <a:pPr/>
              <a:t>5/3/2026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114A09-1599-4196-9A51-AAA25C326068}" type="datetime1">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691CC3B7-7831-48B7-B16A-CE5D505072FA}" type="datetime1">
              <a:rPr lang="en-US" smtClean="0"/>
              <a:pPr/>
              <a:t>5/3/2026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1"/>
                </a:solidFill>
              </a:defRPr>
            </a:lvl1pPr>
          </a:lstStyle>
          <a:p>
            <a:fld id="{76F79B87-CAF0-4157-B382-432074DEE2A5}" type="datetime1">
              <a:rPr lang="en-US" smtClean="0"/>
              <a:pPr/>
              <a:t>5/3/2026</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1"/>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dirty="0"/>
          </a:p>
        </p:txBody>
      </p:sp>
      <p:pic>
        <p:nvPicPr>
          <p:cNvPr id="2050" name="Picture 2" descr="C:\Users\vipin.tyagi\Desktop\footer-img.png"/>
          <p:cNvPicPr>
            <a:picLocks noChangeAspect="1" noChangeArrowheads="1"/>
          </p:cNvPicPr>
          <p:nvPr userDrawn="1"/>
        </p:nvPicPr>
        <p:blipFill>
          <a:blip r:embed="rId13" cstate="print"/>
          <a:srcRect/>
          <a:stretch>
            <a:fillRect/>
          </a:stretch>
        </p:blipFill>
        <p:spPr bwMode="auto">
          <a:xfrm>
            <a:off x="8229600" y="228600"/>
            <a:ext cx="743185" cy="885265"/>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kaggle.com/datasets/asdasdasasdas/garbage-classific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3500" y="1143000"/>
            <a:ext cx="6477000" cy="838200"/>
          </a:xfrm>
        </p:spPr>
        <p:txBody>
          <a:bodyPr>
            <a:normAutofit fontScale="90000"/>
          </a:bodyPr>
          <a:lstStyle/>
          <a:p>
            <a:pPr algn="ctr"/>
            <a:r>
              <a:rPr lang="en-US" b="1" u="sng" dirty="0"/>
              <a:t>Facial Emotion Recognition System</a:t>
            </a:r>
            <a:endParaRPr lang="en-US" u="sng" dirty="0"/>
          </a:p>
        </p:txBody>
      </p:sp>
      <p:sp>
        <p:nvSpPr>
          <p:cNvPr id="3" name="Subtitle 2"/>
          <p:cNvSpPr>
            <a:spLocks noGrp="1"/>
          </p:cNvSpPr>
          <p:nvPr>
            <p:ph type="subTitle" idx="1"/>
          </p:nvPr>
        </p:nvSpPr>
        <p:spPr/>
        <p:txBody>
          <a:bodyPr>
            <a:normAutofit/>
          </a:bodyPr>
          <a:lstStyle/>
          <a:p>
            <a:pPr algn="ctr"/>
            <a:r>
              <a:rPr lang="en-US" sz="2000" dirty="0">
                <a:solidFill>
                  <a:schemeClr val="bg1"/>
                </a:solidFill>
              </a:rPr>
              <a:t>  Jaypee University of Engineering &amp; Technology, Guna </a:t>
            </a:r>
          </a:p>
        </p:txBody>
      </p:sp>
      <p:sp>
        <p:nvSpPr>
          <p:cNvPr id="4" name="TextBox 3"/>
          <p:cNvSpPr txBox="1"/>
          <p:nvPr/>
        </p:nvSpPr>
        <p:spPr>
          <a:xfrm>
            <a:off x="1943100" y="2209800"/>
            <a:ext cx="5257800" cy="1200329"/>
          </a:xfrm>
          <a:prstGeom prst="rect">
            <a:avLst/>
          </a:prstGeom>
          <a:noFill/>
        </p:spPr>
        <p:txBody>
          <a:bodyPr wrap="square" rtlCol="0">
            <a:spAutoFit/>
          </a:bodyPr>
          <a:lstStyle/>
          <a:p>
            <a:pPr algn="ctr"/>
            <a:r>
              <a:rPr lang="en-US" dirty="0">
                <a:solidFill>
                  <a:schemeClr val="bg1"/>
                </a:solidFill>
              </a:rPr>
              <a:t> Presented by:</a:t>
            </a:r>
          </a:p>
          <a:p>
            <a:pPr algn="ctr"/>
            <a:r>
              <a:rPr lang="en-IN" b="1" dirty="0">
                <a:solidFill>
                  <a:schemeClr val="bg1"/>
                </a:solidFill>
              </a:rPr>
              <a:t>Anisha Sharma: 231B047</a:t>
            </a:r>
            <a:endParaRPr lang="en-IN" dirty="0">
              <a:solidFill>
                <a:schemeClr val="bg1"/>
              </a:solidFill>
            </a:endParaRPr>
          </a:p>
          <a:p>
            <a:pPr algn="ctr"/>
            <a:r>
              <a:rPr lang="en-IN" b="1" dirty="0">
                <a:solidFill>
                  <a:schemeClr val="bg1"/>
                </a:solidFill>
              </a:rPr>
              <a:t>Apurv Kumar: 231B060</a:t>
            </a:r>
          </a:p>
          <a:p>
            <a:pPr algn="ctr"/>
            <a:r>
              <a:rPr lang="en-IN" b="1" dirty="0">
                <a:solidFill>
                  <a:schemeClr val="bg1"/>
                </a:solidFill>
              </a:rPr>
              <a:t>Aryaman Singh </a:t>
            </a:r>
            <a:r>
              <a:rPr lang="en-IN" b="1" dirty="0" err="1">
                <a:solidFill>
                  <a:schemeClr val="bg1"/>
                </a:solidFill>
              </a:rPr>
              <a:t>Dhakad</a:t>
            </a:r>
            <a:r>
              <a:rPr lang="en-IN" b="1" dirty="0">
                <a:solidFill>
                  <a:schemeClr val="bg1"/>
                </a:solidFill>
              </a:rPr>
              <a:t>: 2310B65</a:t>
            </a:r>
            <a:endParaRPr lang="en-IN" dirty="0">
              <a:solidFill>
                <a:schemeClr val="bg1"/>
              </a:solidFill>
            </a:endParaRPr>
          </a:p>
        </p:txBody>
      </p:sp>
      <p:sp>
        <p:nvSpPr>
          <p:cNvPr id="5" name="TextBox 4"/>
          <p:cNvSpPr txBox="1"/>
          <p:nvPr/>
        </p:nvSpPr>
        <p:spPr>
          <a:xfrm>
            <a:off x="2324100" y="3642865"/>
            <a:ext cx="4572000" cy="923330"/>
          </a:xfrm>
          <a:prstGeom prst="rect">
            <a:avLst/>
          </a:prstGeom>
          <a:noFill/>
        </p:spPr>
        <p:txBody>
          <a:bodyPr wrap="square" rtlCol="0">
            <a:spAutoFit/>
          </a:bodyPr>
          <a:lstStyle/>
          <a:p>
            <a:pPr algn="ctr"/>
            <a:r>
              <a:rPr lang="en-US" dirty="0">
                <a:solidFill>
                  <a:schemeClr val="bg1"/>
                </a:solidFill>
              </a:rPr>
              <a:t>Under the supervision of:</a:t>
            </a:r>
          </a:p>
          <a:p>
            <a:pPr algn="ctr"/>
            <a:r>
              <a:rPr lang="pt-BR" b="1" dirty="0">
                <a:solidFill>
                  <a:srgbClr val="000000"/>
                </a:solidFill>
              </a:rPr>
              <a:t>Dr. Amit Kumar</a:t>
            </a:r>
            <a:endParaRPr lang="en-US" dirty="0">
              <a:solidFill>
                <a:schemeClr val="bg1"/>
              </a:solidFill>
            </a:endParaRPr>
          </a:p>
          <a:p>
            <a:pPr algn="ctr"/>
            <a:endParaRPr lang="en-US" dirty="0">
              <a:solidFill>
                <a:schemeClr val="bg1"/>
              </a:solidFill>
            </a:endParaRPr>
          </a:p>
        </p:txBody>
      </p:sp>
      <p:pic>
        <p:nvPicPr>
          <p:cNvPr id="1026" name="Picture 2" descr="C:\Users\vipin.tyagi\Desktop\footer-img.png"/>
          <p:cNvPicPr>
            <a:picLocks noChangeAspect="1" noChangeArrowheads="1"/>
          </p:cNvPicPr>
          <p:nvPr/>
        </p:nvPicPr>
        <p:blipFill>
          <a:blip r:embed="rId2" cstate="print"/>
          <a:srcRect/>
          <a:stretch>
            <a:fillRect/>
          </a:stretch>
        </p:blipFill>
        <p:spPr bwMode="auto">
          <a:xfrm>
            <a:off x="4114800" y="4343400"/>
            <a:ext cx="1041400" cy="1240491"/>
          </a:xfrm>
          <a:prstGeom prst="rect">
            <a:avLst/>
          </a:prstGeom>
          <a:noFill/>
        </p:spPr>
      </p:pic>
      <p:sp>
        <p:nvSpPr>
          <p:cNvPr id="6" name="TextBox 5">
            <a:extLst>
              <a:ext uri="{FF2B5EF4-FFF2-40B4-BE49-F238E27FC236}">
                <a16:creationId xmlns:a16="http://schemas.microsoft.com/office/drawing/2014/main" id="{B8BE5A12-3AB1-A381-9E53-4541A5585BA4}"/>
              </a:ext>
            </a:extLst>
          </p:cNvPr>
          <p:cNvSpPr txBox="1"/>
          <p:nvPr/>
        </p:nvSpPr>
        <p:spPr>
          <a:xfrm>
            <a:off x="685800" y="6162104"/>
            <a:ext cx="838200" cy="461665"/>
          </a:xfrm>
          <a:prstGeom prst="rect">
            <a:avLst/>
          </a:prstGeom>
          <a:noFill/>
        </p:spPr>
        <p:txBody>
          <a:bodyPr wrap="square" rtlCol="0">
            <a:spAutoFit/>
          </a:bodyPr>
          <a:lstStyle/>
          <a:p>
            <a:pPr algn="ctr"/>
            <a:r>
              <a:rPr lang="en-US" sz="2400" dirty="0">
                <a:solidFill>
                  <a:schemeClr val="bg1"/>
                </a:solidFill>
              </a:rPr>
              <a:t>AR3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Introduction</a:t>
            </a:r>
          </a:p>
        </p:txBody>
      </p:sp>
      <p:sp>
        <p:nvSpPr>
          <p:cNvPr id="3" name="Content Placeholder 2"/>
          <p:cNvSpPr>
            <a:spLocks noGrp="1"/>
          </p:cNvSpPr>
          <p:nvPr>
            <p:ph sz="quarter" idx="1"/>
          </p:nvPr>
        </p:nvSpPr>
        <p:spPr>
          <a:xfrm>
            <a:off x="612648" y="1600200"/>
            <a:ext cx="8153400" cy="5105400"/>
          </a:xfrm>
        </p:spPr>
        <p:txBody>
          <a:bodyPr>
            <a:normAutofit lnSpcReduction="10000"/>
          </a:bodyPr>
          <a:lstStyle/>
          <a:p>
            <a:r>
              <a:rPr lang="en-US" dirty="0"/>
              <a:t>This project focuses on building a system that can understand human emotions from facial expressions.</a:t>
            </a:r>
          </a:p>
          <a:p>
            <a:r>
              <a:rPr lang="en-US" dirty="0"/>
              <a:t>The main aim is to automatically detect emotions like happy, sad, angry, surprise, fear, disgust, or neutral from images or live video.</a:t>
            </a:r>
          </a:p>
          <a:p>
            <a:r>
              <a:rPr lang="en-US" dirty="0"/>
              <a:t>The focus is to make emotion recognition simple and useful for real-world applications like user interaction and behavior analysis.</a:t>
            </a:r>
          </a:p>
          <a:p>
            <a:r>
              <a:rPr lang="en-US" dirty="0"/>
              <a:t>The system leverages CNN-based deep learning with OpenCV-driven face detection to classify human facial emotions in real-time.</a:t>
            </a:r>
          </a:p>
        </p:txBody>
      </p:sp>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D24B0-2B83-7237-89C5-28790870F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1154E-0D81-0C00-48CF-85170C74AB63}"/>
              </a:ext>
            </a:extLst>
          </p:cNvPr>
          <p:cNvSpPr>
            <a:spLocks noGrp="1"/>
          </p:cNvSpPr>
          <p:nvPr>
            <p:ph type="title"/>
          </p:nvPr>
        </p:nvSpPr>
        <p:spPr/>
        <p:txBody>
          <a:bodyPr/>
          <a:lstStyle/>
          <a:p>
            <a:r>
              <a:rPr lang="en-US" b="1" u="sng" dirty="0"/>
              <a:t>Problem Statement</a:t>
            </a:r>
          </a:p>
        </p:txBody>
      </p:sp>
      <p:sp>
        <p:nvSpPr>
          <p:cNvPr id="3" name="Content Placeholder 2">
            <a:extLst>
              <a:ext uri="{FF2B5EF4-FFF2-40B4-BE49-F238E27FC236}">
                <a16:creationId xmlns:a16="http://schemas.microsoft.com/office/drawing/2014/main" id="{143857FD-FD55-8176-9055-DA371C075846}"/>
              </a:ext>
            </a:extLst>
          </p:cNvPr>
          <p:cNvSpPr>
            <a:spLocks noGrp="1"/>
          </p:cNvSpPr>
          <p:nvPr>
            <p:ph sz="quarter" idx="1"/>
          </p:nvPr>
        </p:nvSpPr>
        <p:spPr>
          <a:xfrm>
            <a:off x="612648" y="1600200"/>
            <a:ext cx="8153400" cy="4876800"/>
          </a:xfrm>
        </p:spPr>
        <p:txBody>
          <a:bodyPr>
            <a:normAutofit fontScale="70000" lnSpcReduction="20000"/>
          </a:bodyPr>
          <a:lstStyle/>
          <a:p>
            <a:r>
              <a:rPr lang="en-US" dirty="0"/>
              <a:t>The Indian Education landscape has been undergoing rapid changes for the past 10 years owing to the advancement of web-based learning services, specifically, e-Learning platforms. </a:t>
            </a:r>
          </a:p>
          <a:p>
            <a:r>
              <a:rPr lang="en-US" dirty="0"/>
              <a:t>In a physical classroom during a lecturing teacher can see the faces and assess the emotion of the class and tune their lecture accordingly, whether he is going fast or slow. He can identify students who need special attention. </a:t>
            </a:r>
          </a:p>
          <a:p>
            <a:r>
              <a:rPr lang="en-US" dirty="0"/>
              <a:t>Digital classrooms are conducted via a video telephony software program (ex- Zoom) where it’s not possible for medium-scale class (25-50) teacher to see all students and access the mood. Because of this drawback, students are not focusing on content due to a lack of surveillance. </a:t>
            </a:r>
          </a:p>
          <a:p>
            <a:r>
              <a:rPr lang="en-US" dirty="0"/>
              <a:t>While digital platforms have limitations in terms of physical surveillance, but it comes with the power of data and machines which can work for you. It’s data can be analyzed using machine learning algorithms which not only solves the surveillance issue, but it also removes the human bias from the system.</a:t>
            </a:r>
          </a:p>
          <a:p>
            <a:r>
              <a:rPr lang="en-US" dirty="0"/>
              <a:t>Moreover, it can be extended in </a:t>
            </a:r>
            <a:r>
              <a:rPr lang="en-US" i="1" dirty="0"/>
              <a:t>mental health monitoring, real-time feedback systems</a:t>
            </a:r>
            <a:r>
              <a:rPr lang="en-US" dirty="0"/>
              <a:t>. Thereby, improving human-computer interaction.</a:t>
            </a:r>
          </a:p>
        </p:txBody>
      </p:sp>
      <p:sp>
        <p:nvSpPr>
          <p:cNvPr id="4" name="Slide Number Placeholder 3">
            <a:extLst>
              <a:ext uri="{FF2B5EF4-FFF2-40B4-BE49-F238E27FC236}">
                <a16:creationId xmlns:a16="http://schemas.microsoft.com/office/drawing/2014/main" id="{351F598F-32F6-7D97-9EAE-49179BA98AC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87973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Literature Review</a:t>
            </a:r>
          </a:p>
        </p:txBody>
      </p:sp>
      <p:graphicFrame>
        <p:nvGraphicFramePr>
          <p:cNvPr id="8" name="Content Placeholder 7">
            <a:extLst>
              <a:ext uri="{FF2B5EF4-FFF2-40B4-BE49-F238E27FC236}">
                <a16:creationId xmlns:a16="http://schemas.microsoft.com/office/drawing/2014/main" id="{2180A1E3-8B16-A25E-2070-6DAE016D14A7}"/>
              </a:ext>
            </a:extLst>
          </p:cNvPr>
          <p:cNvGraphicFramePr>
            <a:graphicFrameLocks noGrp="1"/>
          </p:cNvGraphicFramePr>
          <p:nvPr>
            <p:ph sz="quarter" idx="1"/>
            <p:extLst>
              <p:ext uri="{D42A27DB-BD31-4B8C-83A1-F6EECF244321}">
                <p14:modId xmlns:p14="http://schemas.microsoft.com/office/powerpoint/2010/main" val="3142836255"/>
              </p:ext>
            </p:extLst>
          </p:nvPr>
        </p:nvGraphicFramePr>
        <p:xfrm>
          <a:off x="612775" y="1600200"/>
          <a:ext cx="81534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D59F-12BF-7EE4-82C4-B806183EA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5305E-B0FA-486B-5876-081364DA789F}"/>
              </a:ext>
            </a:extLst>
          </p:cNvPr>
          <p:cNvSpPr>
            <a:spLocks noGrp="1"/>
          </p:cNvSpPr>
          <p:nvPr>
            <p:ph type="title"/>
          </p:nvPr>
        </p:nvSpPr>
        <p:spPr/>
        <p:txBody>
          <a:bodyPr>
            <a:normAutofit/>
          </a:bodyPr>
          <a:lstStyle/>
          <a:p>
            <a:r>
              <a:rPr lang="en-US" b="1" u="sng" dirty="0"/>
              <a:t>Work Plan</a:t>
            </a:r>
          </a:p>
        </p:txBody>
      </p:sp>
      <p:graphicFrame>
        <p:nvGraphicFramePr>
          <p:cNvPr id="7" name="Content Placeholder 6">
            <a:extLst>
              <a:ext uri="{FF2B5EF4-FFF2-40B4-BE49-F238E27FC236}">
                <a16:creationId xmlns:a16="http://schemas.microsoft.com/office/drawing/2014/main" id="{CCF2C447-8F91-A92F-67E5-E59A7048AAB2}"/>
              </a:ext>
            </a:extLst>
          </p:cNvPr>
          <p:cNvGraphicFramePr>
            <a:graphicFrameLocks noGrp="1"/>
          </p:cNvGraphicFramePr>
          <p:nvPr>
            <p:ph sz="quarter" idx="1"/>
            <p:extLst>
              <p:ext uri="{D42A27DB-BD31-4B8C-83A1-F6EECF244321}">
                <p14:modId xmlns:p14="http://schemas.microsoft.com/office/powerpoint/2010/main" val="2584614916"/>
              </p:ext>
            </p:extLst>
          </p:nvPr>
        </p:nvGraphicFramePr>
        <p:xfrm>
          <a:off x="612775" y="1600200"/>
          <a:ext cx="8153400" cy="4820920"/>
        </p:xfrm>
        <a:graphic>
          <a:graphicData uri="http://schemas.openxmlformats.org/drawingml/2006/table">
            <a:tbl>
              <a:tblPr firstRow="1" bandRow="1">
                <a:tableStyleId>{5C22544A-7EE6-4342-B048-85BDC9FD1C3A}</a:tableStyleId>
              </a:tblPr>
              <a:tblGrid>
                <a:gridCol w="1063625">
                  <a:extLst>
                    <a:ext uri="{9D8B030D-6E8A-4147-A177-3AD203B41FA5}">
                      <a16:colId xmlns:a16="http://schemas.microsoft.com/office/drawing/2014/main" val="1748736739"/>
                    </a:ext>
                  </a:extLst>
                </a:gridCol>
                <a:gridCol w="5562600">
                  <a:extLst>
                    <a:ext uri="{9D8B030D-6E8A-4147-A177-3AD203B41FA5}">
                      <a16:colId xmlns:a16="http://schemas.microsoft.com/office/drawing/2014/main" val="2001301082"/>
                    </a:ext>
                  </a:extLst>
                </a:gridCol>
                <a:gridCol w="1527175">
                  <a:extLst>
                    <a:ext uri="{9D8B030D-6E8A-4147-A177-3AD203B41FA5}">
                      <a16:colId xmlns:a16="http://schemas.microsoft.com/office/drawing/2014/main" val="154712945"/>
                    </a:ext>
                  </a:extLst>
                </a:gridCol>
              </a:tblGrid>
              <a:tr h="370840">
                <a:tc>
                  <a:txBody>
                    <a:bodyPr/>
                    <a:lstStyle/>
                    <a:p>
                      <a:pPr algn="ctr"/>
                      <a:r>
                        <a:rPr lang="en-US" dirty="0"/>
                        <a:t>Weak</a:t>
                      </a:r>
                      <a:endParaRPr lang="en-IN" dirty="0"/>
                    </a:p>
                  </a:txBody>
                  <a:tcPr/>
                </a:tc>
                <a:tc>
                  <a:txBody>
                    <a:bodyPr/>
                    <a:lstStyle/>
                    <a:p>
                      <a:pPr algn="ctr"/>
                      <a:r>
                        <a:rPr lang="en-US" dirty="0"/>
                        <a:t>Work</a:t>
                      </a:r>
                      <a:endParaRPr lang="en-IN" dirty="0"/>
                    </a:p>
                  </a:txBody>
                  <a:tcPr/>
                </a:tc>
                <a:tc>
                  <a:txBody>
                    <a:bodyPr/>
                    <a:lstStyle/>
                    <a:p>
                      <a:pPr algn="ctr"/>
                      <a:r>
                        <a:rPr lang="en-US" dirty="0"/>
                        <a:t>Status</a:t>
                      </a:r>
                      <a:endParaRPr lang="en-IN" dirty="0"/>
                    </a:p>
                  </a:txBody>
                  <a:tcPr/>
                </a:tc>
                <a:extLst>
                  <a:ext uri="{0D108BD9-81ED-4DB2-BD59-A6C34878D82A}">
                    <a16:rowId xmlns:a16="http://schemas.microsoft.com/office/drawing/2014/main" val="3712911653"/>
                  </a:ext>
                </a:extLst>
              </a:tr>
              <a:tr h="370840">
                <a:tc>
                  <a:txBody>
                    <a:bodyPr/>
                    <a:lstStyle/>
                    <a:p>
                      <a:r>
                        <a:rPr lang="en-US" dirty="0"/>
                        <a:t>Week 1</a:t>
                      </a:r>
                      <a:endParaRPr lang="en-IN" dirty="0"/>
                    </a:p>
                  </a:txBody>
                  <a:tcPr/>
                </a:tc>
                <a:tc>
                  <a:txBody>
                    <a:bodyPr/>
                    <a:lstStyle/>
                    <a:p>
                      <a:r>
                        <a:rPr lang="en-US" dirty="0"/>
                        <a:t>Project Scope &amp; Feasibility, Research paper &amp; Article </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927220791"/>
                  </a:ext>
                </a:extLst>
              </a:tr>
              <a:tr h="370840">
                <a:tc>
                  <a:txBody>
                    <a:bodyPr/>
                    <a:lstStyle/>
                    <a:p>
                      <a:r>
                        <a:rPr lang="en-US" dirty="0"/>
                        <a:t>Week 2</a:t>
                      </a:r>
                      <a:endParaRPr lang="en-IN" dirty="0"/>
                    </a:p>
                  </a:txBody>
                  <a:tcPr/>
                </a:tc>
                <a:tc>
                  <a:txBody>
                    <a:bodyPr/>
                    <a:lstStyle/>
                    <a:p>
                      <a:r>
                        <a:rPr lang="en-US" dirty="0"/>
                        <a:t>Dataset Collection &amp; Sample Pattern Recognition </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878108161"/>
                  </a:ext>
                </a:extLst>
              </a:tr>
              <a:tr h="370840">
                <a:tc>
                  <a:txBody>
                    <a:bodyPr/>
                    <a:lstStyle/>
                    <a:p>
                      <a:r>
                        <a:rPr lang="en-US" dirty="0"/>
                        <a:t>Week 3</a:t>
                      </a:r>
                      <a:endParaRPr lang="en-IN" dirty="0"/>
                    </a:p>
                  </a:txBody>
                  <a:tcPr/>
                </a:tc>
                <a:tc>
                  <a:txBody>
                    <a:bodyPr/>
                    <a:lstStyle/>
                    <a:p>
                      <a:r>
                        <a:rPr lang="en-US" dirty="0"/>
                        <a:t>Image Classification Techniques; Version Control Setup  </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28503195"/>
                  </a:ext>
                </a:extLst>
              </a:tr>
              <a:tr h="370840">
                <a:tc>
                  <a:txBody>
                    <a:bodyPr/>
                    <a:lstStyle/>
                    <a:p>
                      <a:r>
                        <a:rPr lang="en-US" dirty="0"/>
                        <a:t>Week 4</a:t>
                      </a:r>
                    </a:p>
                  </a:txBody>
                  <a:tcPr/>
                </a:tc>
                <a:tc>
                  <a:txBody>
                    <a:bodyPr/>
                    <a:lstStyle/>
                    <a:p>
                      <a:r>
                        <a:rPr lang="en-US" dirty="0"/>
                        <a:t>Pre-processing (greyscale conversion/normalization)</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028897548"/>
                  </a:ext>
                </a:extLst>
              </a:tr>
              <a:tr h="370840">
                <a:tc>
                  <a:txBody>
                    <a:bodyPr/>
                    <a:lstStyle/>
                    <a:p>
                      <a:r>
                        <a:rPr lang="en-US" dirty="0"/>
                        <a:t>Week 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One-Hot Encoding </a:t>
                      </a:r>
                      <a:r>
                        <a:rPr kumimoji="0" lang="en-IN" b="0" kern="1200" dirty="0">
                          <a:solidFill>
                            <a:schemeClr val="dk1"/>
                          </a:solidFill>
                          <a:effectLst/>
                          <a:latin typeface="+mn-lt"/>
                          <a:ea typeface="+mn-ea"/>
                          <a:cs typeface="+mn-cs"/>
                        </a:rPr>
                        <a:t>Standardization</a:t>
                      </a:r>
                      <a:r>
                        <a:rPr lang="en-US" dirty="0"/>
                        <a:t>; 80-10-10 Splitting</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403719819"/>
                  </a:ext>
                </a:extLst>
              </a:tr>
              <a:tr h="370840">
                <a:tc>
                  <a:txBody>
                    <a:bodyPr/>
                    <a:lstStyle/>
                    <a:p>
                      <a:r>
                        <a:rPr lang="en-US" dirty="0"/>
                        <a:t>Week 6</a:t>
                      </a:r>
                      <a:endParaRPr lang="en-IN" dirty="0"/>
                    </a:p>
                  </a:txBody>
                  <a:tcPr/>
                </a:tc>
                <a:tc>
                  <a:txBody>
                    <a:bodyPr/>
                    <a:lstStyle/>
                    <a:p>
                      <a:r>
                        <a:rPr lang="en-US" dirty="0"/>
                        <a:t>Data Augmentation (using </a:t>
                      </a:r>
                      <a:r>
                        <a:rPr lang="en-US" dirty="0" err="1"/>
                        <a:t>Keras</a:t>
                      </a:r>
                      <a:r>
                        <a:rPr lang="en-US" dirty="0"/>
                        <a:t> </a:t>
                      </a:r>
                      <a:r>
                        <a:rPr lang="en-US" dirty="0" err="1"/>
                        <a:t>imageDataGenerator</a:t>
                      </a:r>
                      <a:r>
                        <a:rPr lang="en-US" dirty="0"/>
                        <a:t>)</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1982304645"/>
                  </a:ext>
                </a:extLst>
              </a:tr>
              <a:tr h="370840">
                <a:tc>
                  <a:txBody>
                    <a:bodyPr/>
                    <a:lstStyle/>
                    <a:p>
                      <a:r>
                        <a:rPr lang="en-US" dirty="0"/>
                        <a:t>Week 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Building Phase (Custom CNN architecture)</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316786354"/>
                  </a:ext>
                </a:extLst>
              </a:tr>
              <a:tr h="370840">
                <a:tc>
                  <a:txBody>
                    <a:bodyPr/>
                    <a:lstStyle/>
                    <a:p>
                      <a:r>
                        <a:rPr lang="en-US" dirty="0"/>
                        <a:t>Week 9</a:t>
                      </a:r>
                      <a:endParaRPr lang="en-IN" dirty="0"/>
                    </a:p>
                  </a:txBody>
                  <a:tcPr/>
                </a:tc>
                <a:tc>
                  <a:txBody>
                    <a:bodyPr/>
                    <a:lstStyle/>
                    <a:p>
                      <a:r>
                        <a:rPr lang="en-US" dirty="0"/>
                        <a:t>Model Training Phase ( Early Stopping Technique)</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585823411"/>
                  </a:ext>
                </a:extLst>
              </a:tr>
              <a:tr h="370840">
                <a:tc>
                  <a:txBody>
                    <a:bodyPr/>
                    <a:lstStyle/>
                    <a:p>
                      <a:r>
                        <a:rPr lang="en-US" dirty="0"/>
                        <a:t>Week 10</a:t>
                      </a:r>
                      <a:endParaRPr lang="en-IN" dirty="0"/>
                    </a:p>
                  </a:txBody>
                  <a:tcPr/>
                </a:tc>
                <a:tc>
                  <a:txBody>
                    <a:bodyPr/>
                    <a:lstStyle/>
                    <a:p>
                      <a:r>
                        <a:rPr lang="en-US" dirty="0"/>
                        <a:t>Accuracy/Loss Curve; Confusion Matrix Visualization</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793572969"/>
                  </a:ext>
                </a:extLst>
              </a:tr>
              <a:tr h="370840">
                <a:tc>
                  <a:txBody>
                    <a:bodyPr/>
                    <a:lstStyle/>
                    <a:p>
                      <a:r>
                        <a:rPr lang="en-US" dirty="0"/>
                        <a:t>Week 11</a:t>
                      </a:r>
                      <a:endParaRPr lang="en-IN" dirty="0"/>
                    </a:p>
                  </a:txBody>
                  <a:tcPr/>
                </a:tc>
                <a:tc>
                  <a:txBody>
                    <a:bodyPr/>
                    <a:lstStyle/>
                    <a:p>
                      <a:r>
                        <a:rPr lang="en-US" dirty="0"/>
                        <a:t>Fixing Class Imbalance; Optimizing the Model accuracy</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127355698"/>
                  </a:ext>
                </a:extLst>
              </a:tr>
              <a:tr h="370840">
                <a:tc>
                  <a:txBody>
                    <a:bodyPr/>
                    <a:lstStyle/>
                    <a:p>
                      <a:r>
                        <a:rPr lang="en-US" dirty="0"/>
                        <a:t>Week 12</a:t>
                      </a:r>
                      <a:endParaRPr lang="en-IN" dirty="0"/>
                    </a:p>
                  </a:txBody>
                  <a:tcPr/>
                </a:tc>
                <a:tc>
                  <a:txBody>
                    <a:bodyPr/>
                    <a:lstStyle/>
                    <a:p>
                      <a:r>
                        <a:rPr lang="en-US" dirty="0"/>
                        <a:t>Build real-time webcam emotion detection</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638685058"/>
                  </a:ext>
                </a:extLst>
              </a:tr>
              <a:tr h="370840">
                <a:tc>
                  <a:txBody>
                    <a:bodyPr/>
                    <a:lstStyle/>
                    <a:p>
                      <a:r>
                        <a:rPr lang="en-US" dirty="0"/>
                        <a:t>Week 13</a:t>
                      </a:r>
                      <a:endParaRPr lang="en-IN" dirty="0"/>
                    </a:p>
                  </a:txBody>
                  <a:tcPr/>
                </a:tc>
                <a:tc>
                  <a:txBody>
                    <a:bodyPr/>
                    <a:lstStyle/>
                    <a:p>
                      <a:r>
                        <a:rPr lang="en-US" dirty="0"/>
                        <a:t>Integrate Final model; Project Result/Report Documentation</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401780989"/>
                  </a:ext>
                </a:extLst>
              </a:tr>
            </a:tbl>
          </a:graphicData>
        </a:graphic>
      </p:graphicFrame>
      <p:sp>
        <p:nvSpPr>
          <p:cNvPr id="4" name="Slide Number Placeholder 3">
            <a:extLst>
              <a:ext uri="{FF2B5EF4-FFF2-40B4-BE49-F238E27FC236}">
                <a16:creationId xmlns:a16="http://schemas.microsoft.com/office/drawing/2014/main" id="{CDB00CCD-EA4C-B9E6-DF96-4DF6D854A897}"/>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43329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D7A-92DE-947F-C09B-8936A3CF4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8AD19-7A2C-A556-C05D-0406919EDF8E}"/>
              </a:ext>
            </a:extLst>
          </p:cNvPr>
          <p:cNvSpPr>
            <a:spLocks noGrp="1"/>
          </p:cNvSpPr>
          <p:nvPr>
            <p:ph type="title"/>
          </p:nvPr>
        </p:nvSpPr>
        <p:spPr/>
        <p:txBody>
          <a:bodyPr/>
          <a:lstStyle/>
          <a:p>
            <a:r>
              <a:rPr lang="en-US" b="1" u="sng" dirty="0"/>
              <a:t>Work Done</a:t>
            </a:r>
          </a:p>
        </p:txBody>
      </p:sp>
      <p:sp>
        <p:nvSpPr>
          <p:cNvPr id="4" name="Slide Number Placeholder 3">
            <a:extLst>
              <a:ext uri="{FF2B5EF4-FFF2-40B4-BE49-F238E27FC236}">
                <a16:creationId xmlns:a16="http://schemas.microsoft.com/office/drawing/2014/main" id="{67A4D7F0-B1B1-1CD9-FCEA-FA76D93F9E4D}"/>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6</a:t>
            </a:fld>
            <a:endParaRPr lang="en-US"/>
          </a:p>
        </p:txBody>
      </p:sp>
      <p:sp>
        <p:nvSpPr>
          <p:cNvPr id="21" name="Content Placeholder 20">
            <a:extLst>
              <a:ext uri="{FF2B5EF4-FFF2-40B4-BE49-F238E27FC236}">
                <a16:creationId xmlns:a16="http://schemas.microsoft.com/office/drawing/2014/main" id="{6EE0E1B8-B22B-6DA2-B4C3-56E5C3A894DC}"/>
              </a:ext>
            </a:extLst>
          </p:cNvPr>
          <p:cNvSpPr>
            <a:spLocks noGrp="1"/>
          </p:cNvSpPr>
          <p:nvPr>
            <p:ph sz="quarter" idx="1"/>
          </p:nvPr>
        </p:nvSpPr>
        <p:spPr>
          <a:xfrm>
            <a:off x="609600" y="1676400"/>
            <a:ext cx="8153400" cy="4495800"/>
          </a:xfrm>
        </p:spPr>
        <p:txBody>
          <a:bodyPr>
            <a:normAutofit fontScale="77500" lnSpcReduction="20000"/>
          </a:bodyPr>
          <a:lstStyle/>
          <a:p>
            <a:r>
              <a:rPr lang="en-US" sz="3200" dirty="0"/>
              <a:t>Developed and optimized a CNN model (filters reduced from 512 → 256) with </a:t>
            </a:r>
            <a:r>
              <a:rPr lang="en-US" sz="3200" dirty="0" err="1"/>
              <a:t>BatchNorm</a:t>
            </a:r>
            <a:r>
              <a:rPr lang="en-US" sz="3200" dirty="0"/>
              <a:t> and Dropout.</a:t>
            </a:r>
          </a:p>
          <a:p>
            <a:r>
              <a:rPr lang="en-US" sz="3200" dirty="0"/>
              <a:t>Implemented training strategies using </a:t>
            </a:r>
            <a:r>
              <a:rPr lang="en-US" sz="3200" dirty="0" err="1"/>
              <a:t>EarlyStopping</a:t>
            </a:r>
            <a:r>
              <a:rPr lang="en-US" sz="3200" dirty="0"/>
              <a:t> (patience=5) and </a:t>
            </a:r>
            <a:r>
              <a:rPr lang="en-US" sz="3200" dirty="0" err="1"/>
              <a:t>ModelCheckpoint</a:t>
            </a:r>
            <a:r>
              <a:rPr lang="en-US" sz="3200" dirty="0"/>
              <a:t> for adaptive learning.</a:t>
            </a:r>
          </a:p>
          <a:p>
            <a:r>
              <a:rPr lang="en-US" sz="3200" dirty="0"/>
              <a:t>Trained the model for </a:t>
            </a:r>
            <a:r>
              <a:rPr lang="en-US" sz="3200" i="1" dirty="0"/>
              <a:t>15 epochs</a:t>
            </a:r>
            <a:r>
              <a:rPr lang="en-US" sz="3200" dirty="0"/>
              <a:t>, achieving </a:t>
            </a:r>
            <a:r>
              <a:rPr lang="en-US" sz="3200" i="1" dirty="0"/>
              <a:t>52% training accuracy</a:t>
            </a:r>
            <a:r>
              <a:rPr lang="en-US" sz="3200" dirty="0"/>
              <a:t> and </a:t>
            </a:r>
            <a:r>
              <a:rPr lang="en-US" sz="3200" i="1" dirty="0"/>
              <a:t>53% validation </a:t>
            </a:r>
            <a:r>
              <a:rPr lang="en-US" sz="3200" dirty="0"/>
              <a:t>accuracy with </a:t>
            </a:r>
            <a:r>
              <a:rPr lang="en-US" sz="3200" i="1" dirty="0"/>
              <a:t>loss reduced from 4.0 to 1.45.</a:t>
            </a:r>
          </a:p>
          <a:p>
            <a:r>
              <a:rPr lang="en-US" sz="3200" dirty="0"/>
              <a:t>Evaluated model performance with </a:t>
            </a:r>
            <a:r>
              <a:rPr lang="en-US" sz="3200" i="1" dirty="0"/>
              <a:t>57.5% test accuracy </a:t>
            </a:r>
            <a:r>
              <a:rPr lang="en-US" sz="3200" dirty="0"/>
              <a:t>and weighted </a:t>
            </a:r>
            <a:r>
              <a:rPr lang="en-US" sz="3200" i="1" dirty="0"/>
              <a:t>F1-score of 0.553</a:t>
            </a:r>
            <a:r>
              <a:rPr lang="en-US" sz="3200" dirty="0"/>
              <a:t>, with best performance on “Happy” (F1=0.794).</a:t>
            </a:r>
          </a:p>
          <a:p>
            <a:r>
              <a:rPr lang="en-US" sz="3200" dirty="0"/>
              <a:t>Analyzed confusion matrix to identify class imbalance and misclassification patterns (e.g., Fear and Neutral frequently confused with Anger).</a:t>
            </a:r>
          </a:p>
          <a:p>
            <a:endParaRPr lang="en-US" sz="3200" dirty="0"/>
          </a:p>
          <a:p>
            <a:endParaRPr lang="en-US" sz="3200" dirty="0"/>
          </a:p>
          <a:p>
            <a:endParaRPr lang="en-IN" dirty="0"/>
          </a:p>
        </p:txBody>
      </p:sp>
    </p:spTree>
    <p:extLst>
      <p:ext uri="{BB962C8B-B14F-4D97-AF65-F5344CB8AC3E}">
        <p14:creationId xmlns:p14="http://schemas.microsoft.com/office/powerpoint/2010/main" val="1757034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B1A1-CEF8-0A47-39F0-54EFEFB29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FFD02-D311-D57D-B3E8-7360786DC639}"/>
              </a:ext>
            </a:extLst>
          </p:cNvPr>
          <p:cNvSpPr>
            <a:spLocks noGrp="1"/>
          </p:cNvSpPr>
          <p:nvPr>
            <p:ph type="title"/>
          </p:nvPr>
        </p:nvSpPr>
        <p:spPr/>
        <p:txBody>
          <a:bodyPr/>
          <a:lstStyle/>
          <a:p>
            <a:r>
              <a:rPr lang="en-US" b="1" u="sng" dirty="0"/>
              <a:t>Dataset Details</a:t>
            </a:r>
          </a:p>
        </p:txBody>
      </p:sp>
      <p:sp>
        <p:nvSpPr>
          <p:cNvPr id="4" name="Slide Number Placeholder 3">
            <a:extLst>
              <a:ext uri="{FF2B5EF4-FFF2-40B4-BE49-F238E27FC236}">
                <a16:creationId xmlns:a16="http://schemas.microsoft.com/office/drawing/2014/main" id="{9683D901-0C8E-448A-D466-82C8C426500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a:t>
            </a:fld>
            <a:endParaRPr lang="en-US"/>
          </a:p>
        </p:txBody>
      </p:sp>
      <p:sp>
        <p:nvSpPr>
          <p:cNvPr id="21" name="Content Placeholder 20">
            <a:extLst>
              <a:ext uri="{FF2B5EF4-FFF2-40B4-BE49-F238E27FC236}">
                <a16:creationId xmlns:a16="http://schemas.microsoft.com/office/drawing/2014/main" id="{A71899BE-0EDE-F120-B5EB-7A808085A9E1}"/>
              </a:ext>
            </a:extLst>
          </p:cNvPr>
          <p:cNvSpPr>
            <a:spLocks noGrp="1"/>
          </p:cNvSpPr>
          <p:nvPr>
            <p:ph sz="quarter" idx="1"/>
          </p:nvPr>
        </p:nvSpPr>
        <p:spPr>
          <a:xfrm>
            <a:off x="609600" y="1676400"/>
            <a:ext cx="8153400" cy="4495800"/>
          </a:xfrm>
        </p:spPr>
        <p:txBody>
          <a:bodyPr>
            <a:normAutofit fontScale="92500"/>
          </a:bodyPr>
          <a:lstStyle/>
          <a:p>
            <a:pPr fontAlgn="base"/>
            <a:r>
              <a:rPr lang="en-US" sz="3200" dirty="0"/>
              <a:t>The data consists of 48x48 pixel images of faces. The task is to categorize each face based on the emotion shown in the facial expression into one of seven categories (0=Angry, 1=Disgust, 2=Fear, 3=Happy, 4=Sad, 5=Surprise, 6=Neutral). </a:t>
            </a:r>
          </a:p>
          <a:p>
            <a:pPr fontAlgn="base"/>
            <a:r>
              <a:rPr lang="en-US" sz="3200" dirty="0"/>
              <a:t>The training set consists of 28,709 examples and the public test set consists of 3,589 examples.</a:t>
            </a:r>
            <a:endParaRPr lang="en-IN" sz="3200" dirty="0"/>
          </a:p>
          <a:p>
            <a:pPr algn="just">
              <a:lnSpc>
                <a:spcPct val="150000"/>
              </a:lnSpc>
            </a:pPr>
            <a:r>
              <a:rPr lang="en-IN" sz="3200" dirty="0">
                <a:solidFill>
                  <a:srgbClr val="0097A7"/>
                </a:solidFill>
              </a:rPr>
              <a:t>FER2013</a:t>
            </a:r>
            <a:r>
              <a:rPr lang="en-IN" sz="3200" dirty="0">
                <a:solidFill>
                  <a:srgbClr val="0097A7"/>
                </a:solidFill>
                <a:hlinkClick r:id="rId2">
                  <a:extLst>
                    <a:ext uri="{A12FA001-AC4F-418D-AE19-62706E023703}">
                      <ahyp:hlinkClr xmlns:ahyp="http://schemas.microsoft.com/office/drawing/2018/hyperlinkcolor" val="tx"/>
                    </a:ext>
                  </a:extLst>
                </a:hlinkClick>
              </a:rPr>
              <a:t> </a:t>
            </a:r>
            <a:r>
              <a:rPr lang="en-IN" sz="3200" dirty="0">
                <a:solidFill>
                  <a:srgbClr val="0097A7"/>
                </a:solidFill>
              </a:rPr>
              <a:t> </a:t>
            </a:r>
            <a:r>
              <a:rPr lang="en-IN" sz="3200" dirty="0"/>
              <a:t>Dataset  – Link to Kaggle Dataset</a:t>
            </a:r>
            <a:endParaRPr lang="en-US" sz="3200" dirty="0"/>
          </a:p>
          <a:p>
            <a:endParaRPr lang="en-US" sz="3200" dirty="0"/>
          </a:p>
          <a:p>
            <a:endParaRPr lang="en-IN" dirty="0"/>
          </a:p>
        </p:txBody>
      </p:sp>
    </p:spTree>
    <p:extLst>
      <p:ext uri="{BB962C8B-B14F-4D97-AF65-F5344CB8AC3E}">
        <p14:creationId xmlns:p14="http://schemas.microsoft.com/office/powerpoint/2010/main" val="28358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97E14-5FFA-C1C8-C530-A56BA17D3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15697-1223-52E2-C781-192EF8750C2A}"/>
              </a:ext>
            </a:extLst>
          </p:cNvPr>
          <p:cNvSpPr>
            <a:spLocks noGrp="1"/>
          </p:cNvSpPr>
          <p:nvPr>
            <p:ph type="title"/>
          </p:nvPr>
        </p:nvSpPr>
        <p:spPr/>
        <p:txBody>
          <a:bodyPr/>
          <a:lstStyle/>
          <a:p>
            <a:r>
              <a:rPr lang="en-US" b="1" u="sng" dirty="0"/>
              <a:t>Visualizing Dataset</a:t>
            </a:r>
          </a:p>
        </p:txBody>
      </p:sp>
      <p:sp>
        <p:nvSpPr>
          <p:cNvPr id="4" name="Slide Number Placeholder 3">
            <a:extLst>
              <a:ext uri="{FF2B5EF4-FFF2-40B4-BE49-F238E27FC236}">
                <a16:creationId xmlns:a16="http://schemas.microsoft.com/office/drawing/2014/main" id="{26E90B40-60D8-D55D-7482-8C3EB92952F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8</a:t>
            </a:fld>
            <a:endParaRPr lang="en-US"/>
          </a:p>
        </p:txBody>
      </p:sp>
      <p:pic>
        <p:nvPicPr>
          <p:cNvPr id="9" name="Content Placeholder 8">
            <a:extLst>
              <a:ext uri="{FF2B5EF4-FFF2-40B4-BE49-F238E27FC236}">
                <a16:creationId xmlns:a16="http://schemas.microsoft.com/office/drawing/2014/main" id="{EDAE1B94-957E-0BDD-D9EB-E7C3C1F9A1C6}"/>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096675" y="1654517"/>
            <a:ext cx="6950650" cy="4974883"/>
          </a:xfrm>
          <a:prstGeom prst="rect">
            <a:avLst/>
          </a:prstGeom>
        </p:spPr>
      </p:pic>
    </p:spTree>
    <p:extLst>
      <p:ext uri="{BB962C8B-B14F-4D97-AF65-F5344CB8AC3E}">
        <p14:creationId xmlns:p14="http://schemas.microsoft.com/office/powerpoint/2010/main" val="127611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1CC79-04D6-137D-7E94-5A7E5CD76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86463-FA96-A866-3CDD-0C1FC779A518}"/>
              </a:ext>
            </a:extLst>
          </p:cNvPr>
          <p:cNvSpPr>
            <a:spLocks noGrp="1"/>
          </p:cNvSpPr>
          <p:nvPr>
            <p:ph type="title"/>
          </p:nvPr>
        </p:nvSpPr>
        <p:spPr/>
        <p:txBody>
          <a:bodyPr/>
          <a:lstStyle/>
          <a:p>
            <a:r>
              <a:rPr lang="en-US" b="1" u="sng" dirty="0"/>
              <a:t>Visualizing Sample Images</a:t>
            </a:r>
          </a:p>
        </p:txBody>
      </p:sp>
      <p:sp>
        <p:nvSpPr>
          <p:cNvPr id="4" name="Slide Number Placeholder 3">
            <a:extLst>
              <a:ext uri="{FF2B5EF4-FFF2-40B4-BE49-F238E27FC236}">
                <a16:creationId xmlns:a16="http://schemas.microsoft.com/office/drawing/2014/main" id="{CA7986B6-34D7-F0F8-C9A8-1C58FE092673}"/>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9</a:t>
            </a:fld>
            <a:endParaRPr lang="en-US"/>
          </a:p>
        </p:txBody>
      </p:sp>
      <p:pic>
        <p:nvPicPr>
          <p:cNvPr id="7" name="Content Placeholder 6">
            <a:extLst>
              <a:ext uri="{FF2B5EF4-FFF2-40B4-BE49-F238E27FC236}">
                <a16:creationId xmlns:a16="http://schemas.microsoft.com/office/drawing/2014/main" id="{58D2846C-C54B-A6F9-4CB7-9C29C68AE88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74938" y="1676400"/>
            <a:ext cx="8228819" cy="4800600"/>
          </a:xfrm>
          <a:prstGeom prst="rect">
            <a:avLst/>
          </a:prstGeom>
        </p:spPr>
      </p:pic>
    </p:spTree>
    <p:extLst>
      <p:ext uri="{BB962C8B-B14F-4D97-AF65-F5344CB8AC3E}">
        <p14:creationId xmlns:p14="http://schemas.microsoft.com/office/powerpoint/2010/main" val="197212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1E8C8-FA9D-2652-33D3-78B6A90B6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73CE1-0E13-7BBC-66D9-6CE954250DB8}"/>
              </a:ext>
            </a:extLst>
          </p:cNvPr>
          <p:cNvSpPr>
            <a:spLocks noGrp="1"/>
          </p:cNvSpPr>
          <p:nvPr>
            <p:ph type="title"/>
          </p:nvPr>
        </p:nvSpPr>
        <p:spPr/>
        <p:txBody>
          <a:bodyPr/>
          <a:lstStyle/>
          <a:p>
            <a:r>
              <a:rPr lang="en-US" b="1" u="sng" dirty="0"/>
              <a:t>Data Flow Diagram (DFDs)</a:t>
            </a:r>
          </a:p>
        </p:txBody>
      </p:sp>
      <p:sp>
        <p:nvSpPr>
          <p:cNvPr id="4" name="Slide Number Placeholder 3">
            <a:extLst>
              <a:ext uri="{FF2B5EF4-FFF2-40B4-BE49-F238E27FC236}">
                <a16:creationId xmlns:a16="http://schemas.microsoft.com/office/drawing/2014/main" id="{EE36A6D5-0004-18AB-D41A-47FEE765FC1C}"/>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10</a:t>
            </a:fld>
            <a:endParaRPr lang="en-US"/>
          </a:p>
        </p:txBody>
      </p:sp>
      <p:pic>
        <p:nvPicPr>
          <p:cNvPr id="3" name="Content Placeholder 2">
            <a:extLst>
              <a:ext uri="{FF2B5EF4-FFF2-40B4-BE49-F238E27FC236}">
                <a16:creationId xmlns:a16="http://schemas.microsoft.com/office/drawing/2014/main" id="{661F5DA2-2DAF-9FD7-4EC9-EDFF0FF67F5E}"/>
              </a:ext>
            </a:extLst>
          </p:cNvPr>
          <p:cNvPicPr>
            <a:picLocks noGrp="1" noChangeAspect="1"/>
          </p:cNvPicPr>
          <p:nvPr>
            <p:ph sz="quarter" idx="1"/>
          </p:nvPr>
        </p:nvPicPr>
        <p:blipFill>
          <a:blip r:embed="rId2"/>
          <a:srcRect l="12258" t="7493" r="10073" b="60546"/>
          <a:stretch>
            <a:fillRect/>
          </a:stretch>
        </p:blipFill>
        <p:spPr>
          <a:xfrm>
            <a:off x="1447800" y="1510413"/>
            <a:ext cx="6248400" cy="2070987"/>
          </a:xfrm>
          <a:prstGeom prst="rect">
            <a:avLst/>
          </a:prstGeom>
        </p:spPr>
      </p:pic>
      <p:pic>
        <p:nvPicPr>
          <p:cNvPr id="6" name="Picture 5">
            <a:extLst>
              <a:ext uri="{FF2B5EF4-FFF2-40B4-BE49-F238E27FC236}">
                <a16:creationId xmlns:a16="http://schemas.microsoft.com/office/drawing/2014/main" id="{C5CF2261-7000-1CFA-D45D-226FC83F8CFA}"/>
              </a:ext>
            </a:extLst>
          </p:cNvPr>
          <p:cNvPicPr>
            <a:picLocks noChangeAspect="1"/>
          </p:cNvPicPr>
          <p:nvPr/>
        </p:nvPicPr>
        <p:blipFill>
          <a:blip r:embed="rId2"/>
          <a:srcRect l="12714" t="45654" r="11220" b="5221"/>
          <a:stretch>
            <a:fillRect/>
          </a:stretch>
        </p:blipFill>
        <p:spPr>
          <a:xfrm>
            <a:off x="1735394" y="3194116"/>
            <a:ext cx="5673211" cy="3663884"/>
          </a:xfrm>
          <a:prstGeom prst="rect">
            <a:avLst/>
          </a:prstGeom>
        </p:spPr>
      </p:pic>
    </p:spTree>
    <p:extLst>
      <p:ext uri="{BB962C8B-B14F-4D97-AF65-F5344CB8AC3E}">
        <p14:creationId xmlns:p14="http://schemas.microsoft.com/office/powerpoint/2010/main" val="3563193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9B6DB-56F2-633C-21F7-BEB2E6515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90CB1-69C4-A5C0-3756-8992E6634C8D}"/>
              </a:ext>
            </a:extLst>
          </p:cNvPr>
          <p:cNvSpPr>
            <a:spLocks noGrp="1"/>
          </p:cNvSpPr>
          <p:nvPr>
            <p:ph type="title"/>
          </p:nvPr>
        </p:nvSpPr>
        <p:spPr/>
        <p:txBody>
          <a:bodyPr/>
          <a:lstStyle/>
          <a:p>
            <a:r>
              <a:rPr lang="en-US" b="1" u="sng" dirty="0"/>
              <a:t>Process Methodology</a:t>
            </a:r>
          </a:p>
        </p:txBody>
      </p:sp>
      <p:sp>
        <p:nvSpPr>
          <p:cNvPr id="4" name="Slide Number Placeholder 3">
            <a:extLst>
              <a:ext uri="{FF2B5EF4-FFF2-40B4-BE49-F238E27FC236}">
                <a16:creationId xmlns:a16="http://schemas.microsoft.com/office/drawing/2014/main" id="{75C139A9-203A-0E63-A287-D1063090EA2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11</a:t>
            </a:fld>
            <a:endParaRPr lang="en-US"/>
          </a:p>
        </p:txBody>
      </p:sp>
      <p:graphicFrame>
        <p:nvGraphicFramePr>
          <p:cNvPr id="11" name="Content Placeholder 10">
            <a:extLst>
              <a:ext uri="{FF2B5EF4-FFF2-40B4-BE49-F238E27FC236}">
                <a16:creationId xmlns:a16="http://schemas.microsoft.com/office/drawing/2014/main" id="{421C75A6-A892-8A8F-6BFE-E7ECC2CCD432}"/>
              </a:ext>
            </a:extLst>
          </p:cNvPr>
          <p:cNvGraphicFramePr>
            <a:graphicFrameLocks noGrp="1"/>
          </p:cNvGraphicFramePr>
          <p:nvPr>
            <p:ph sz="quarter" idx="1"/>
            <p:extLst>
              <p:ext uri="{D42A27DB-BD31-4B8C-83A1-F6EECF244321}">
                <p14:modId xmlns:p14="http://schemas.microsoft.com/office/powerpoint/2010/main" val="540457524"/>
              </p:ext>
            </p:extLst>
          </p:nvPr>
        </p:nvGraphicFramePr>
        <p:xfrm>
          <a:off x="612775" y="1600200"/>
          <a:ext cx="8153273"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7493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F932F-5343-B528-FC1D-25872A904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267AF-883F-9A4B-A61F-DD7D819C6971}"/>
              </a:ext>
            </a:extLst>
          </p:cNvPr>
          <p:cNvSpPr>
            <a:spLocks noGrp="1"/>
          </p:cNvSpPr>
          <p:nvPr>
            <p:ph type="title"/>
          </p:nvPr>
        </p:nvSpPr>
        <p:spPr/>
        <p:txBody>
          <a:bodyPr/>
          <a:lstStyle/>
          <a:p>
            <a:r>
              <a:rPr lang="en-US" b="1" u="sng" dirty="0"/>
              <a:t>Model Architecture</a:t>
            </a:r>
          </a:p>
        </p:txBody>
      </p:sp>
      <p:sp>
        <p:nvSpPr>
          <p:cNvPr id="4" name="Slide Number Placeholder 3">
            <a:extLst>
              <a:ext uri="{FF2B5EF4-FFF2-40B4-BE49-F238E27FC236}">
                <a16:creationId xmlns:a16="http://schemas.microsoft.com/office/drawing/2014/main" id="{60379D5A-42FC-B405-F221-F8866F4B1F91}"/>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12</a:t>
            </a:fld>
            <a:endParaRPr lang="en-US"/>
          </a:p>
        </p:txBody>
      </p:sp>
      <p:pic>
        <p:nvPicPr>
          <p:cNvPr id="10" name="Content Placeholder 9">
            <a:extLst>
              <a:ext uri="{FF2B5EF4-FFF2-40B4-BE49-F238E27FC236}">
                <a16:creationId xmlns:a16="http://schemas.microsoft.com/office/drawing/2014/main" id="{0D510DF7-5F14-FA9C-FBBB-82C5BCD31F6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295400" y="1677922"/>
            <a:ext cx="6553200" cy="4953049"/>
          </a:xfrm>
          <a:prstGeom prst="rect">
            <a:avLst/>
          </a:prstGeom>
        </p:spPr>
      </p:pic>
    </p:spTree>
    <p:extLst>
      <p:ext uri="{BB962C8B-B14F-4D97-AF65-F5344CB8AC3E}">
        <p14:creationId xmlns:p14="http://schemas.microsoft.com/office/powerpoint/2010/main" val="3416952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C46FC-3D6B-B585-A31A-27065DE99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A465C-AE9A-1E6D-C03A-93ED15577478}"/>
              </a:ext>
            </a:extLst>
          </p:cNvPr>
          <p:cNvSpPr>
            <a:spLocks noGrp="1"/>
          </p:cNvSpPr>
          <p:nvPr>
            <p:ph type="title"/>
          </p:nvPr>
        </p:nvSpPr>
        <p:spPr/>
        <p:txBody>
          <a:bodyPr/>
          <a:lstStyle/>
          <a:p>
            <a:r>
              <a:rPr lang="en-US" b="1" u="sng" dirty="0"/>
              <a:t>Further Scope</a:t>
            </a:r>
          </a:p>
        </p:txBody>
      </p:sp>
      <p:sp>
        <p:nvSpPr>
          <p:cNvPr id="4" name="Slide Number Placeholder 3">
            <a:extLst>
              <a:ext uri="{FF2B5EF4-FFF2-40B4-BE49-F238E27FC236}">
                <a16:creationId xmlns:a16="http://schemas.microsoft.com/office/drawing/2014/main" id="{369C1A5E-4768-A7A9-6166-EE44F7396AE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13</a:t>
            </a:fld>
            <a:endParaRPr lang="en-US"/>
          </a:p>
        </p:txBody>
      </p:sp>
      <p:sp>
        <p:nvSpPr>
          <p:cNvPr id="5" name="Content Placeholder 4">
            <a:extLst>
              <a:ext uri="{FF2B5EF4-FFF2-40B4-BE49-F238E27FC236}">
                <a16:creationId xmlns:a16="http://schemas.microsoft.com/office/drawing/2014/main" id="{C67356A2-758C-C578-B741-9BBD319D7992}"/>
              </a:ext>
            </a:extLst>
          </p:cNvPr>
          <p:cNvSpPr>
            <a:spLocks noGrp="1"/>
          </p:cNvSpPr>
          <p:nvPr>
            <p:ph sz="quarter" idx="1"/>
          </p:nvPr>
        </p:nvSpPr>
        <p:spPr>
          <a:xfrm>
            <a:off x="612648" y="1600200"/>
            <a:ext cx="8153400" cy="5029200"/>
          </a:xfrm>
        </p:spPr>
        <p:txBody>
          <a:bodyPr>
            <a:normAutofit lnSpcReduction="10000"/>
          </a:bodyPr>
          <a:lstStyle/>
          <a:p>
            <a:r>
              <a:rPr lang="en-US" dirty="0"/>
              <a:t>Fixing Class Imbalance to improve minority class performance.</a:t>
            </a:r>
          </a:p>
          <a:p>
            <a:r>
              <a:rPr lang="en-US" dirty="0"/>
              <a:t>Increase training epochs &amp; optimize hyperparameters(</a:t>
            </a:r>
            <a:r>
              <a:rPr lang="en-US" dirty="0" err="1"/>
              <a:t>lr</a:t>
            </a:r>
            <a:r>
              <a:rPr lang="en-US" dirty="0"/>
              <a:t>, dropout, batch size) to achieve better convergence and higher accuracy.</a:t>
            </a:r>
          </a:p>
          <a:p>
            <a:r>
              <a:rPr lang="en-US" dirty="0"/>
              <a:t>Improve real-time facial emotion detection using OpenCV for webcam-based input and live predictions.</a:t>
            </a:r>
          </a:p>
          <a:p>
            <a:r>
              <a:rPr lang="en-US" dirty="0"/>
              <a:t>Explore transfer learning (</a:t>
            </a:r>
            <a:r>
              <a:rPr lang="en-US" dirty="0" err="1"/>
              <a:t>ResNet</a:t>
            </a:r>
            <a:r>
              <a:rPr lang="en-US" dirty="0"/>
              <a:t>) to enhance feature extraction and boost overall model accuracy. (optional)</a:t>
            </a:r>
            <a:endParaRPr lang="en-IN" dirty="0"/>
          </a:p>
        </p:txBody>
      </p:sp>
    </p:spTree>
    <p:extLst>
      <p:ext uri="{BB962C8B-B14F-4D97-AF65-F5344CB8AC3E}">
        <p14:creationId xmlns:p14="http://schemas.microsoft.com/office/powerpoint/2010/main" val="3840269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CA1F-AB28-D939-83D1-8FCBD6B5B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7E54F-E40E-C643-CBBB-4604798BE011}"/>
              </a:ext>
            </a:extLst>
          </p:cNvPr>
          <p:cNvSpPr>
            <a:spLocks noGrp="1"/>
          </p:cNvSpPr>
          <p:nvPr>
            <p:ph type="title"/>
          </p:nvPr>
        </p:nvSpPr>
        <p:spPr/>
        <p:txBody>
          <a:bodyPr/>
          <a:lstStyle/>
          <a:p>
            <a:r>
              <a:rPr lang="en-US" b="1" u="sng"/>
              <a:t>Conclusion </a:t>
            </a:r>
            <a:endParaRPr lang="en-US" b="1" u="sng" dirty="0"/>
          </a:p>
        </p:txBody>
      </p:sp>
      <p:sp>
        <p:nvSpPr>
          <p:cNvPr id="4" name="Slide Number Placeholder 3">
            <a:extLst>
              <a:ext uri="{FF2B5EF4-FFF2-40B4-BE49-F238E27FC236}">
                <a16:creationId xmlns:a16="http://schemas.microsoft.com/office/drawing/2014/main" id="{E8A0B133-696C-F41D-4B40-0FC9015374FF}"/>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14</a:t>
            </a:fld>
            <a:endParaRPr lang="en-US"/>
          </a:p>
        </p:txBody>
      </p:sp>
      <p:graphicFrame>
        <p:nvGraphicFramePr>
          <p:cNvPr id="3" name="Content Placeholder 2">
            <a:extLst>
              <a:ext uri="{FF2B5EF4-FFF2-40B4-BE49-F238E27FC236}">
                <a16:creationId xmlns:a16="http://schemas.microsoft.com/office/drawing/2014/main" id="{00E4928D-6D62-08A8-F8E1-7AEEBE7E814F}"/>
              </a:ext>
            </a:extLst>
          </p:cNvPr>
          <p:cNvGraphicFramePr>
            <a:graphicFrameLocks noGrp="1"/>
          </p:cNvGraphicFramePr>
          <p:nvPr>
            <p:ph sz="quarter" idx="1"/>
            <p:extLst>
              <p:ext uri="{D42A27DB-BD31-4B8C-83A1-F6EECF244321}">
                <p14:modId xmlns:p14="http://schemas.microsoft.com/office/powerpoint/2010/main" val="1059630716"/>
              </p:ext>
            </p:extLst>
          </p:nvPr>
        </p:nvGraphicFramePr>
        <p:xfrm>
          <a:off x="612775" y="1600200"/>
          <a:ext cx="81534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7553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288F-25E1-7F17-110C-153296585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CB43F-0AE5-9658-5258-5417D67DB681}"/>
              </a:ext>
            </a:extLst>
          </p:cNvPr>
          <p:cNvSpPr>
            <a:spLocks noGrp="1"/>
          </p:cNvSpPr>
          <p:nvPr>
            <p:ph type="title"/>
          </p:nvPr>
        </p:nvSpPr>
        <p:spPr/>
        <p:txBody>
          <a:bodyPr/>
          <a:lstStyle/>
          <a:p>
            <a:r>
              <a:rPr lang="en-US" b="1" u="sng" dirty="0"/>
              <a:t>Image Classification</a:t>
            </a:r>
          </a:p>
        </p:txBody>
      </p:sp>
      <p:sp>
        <p:nvSpPr>
          <p:cNvPr id="4" name="Slide Number Placeholder 3">
            <a:extLst>
              <a:ext uri="{FF2B5EF4-FFF2-40B4-BE49-F238E27FC236}">
                <a16:creationId xmlns:a16="http://schemas.microsoft.com/office/drawing/2014/main" id="{78EE482C-8F5F-C93A-E3A6-CB93DD84CAF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15</a:t>
            </a:fld>
            <a:endParaRPr lang="en-US"/>
          </a:p>
        </p:txBody>
      </p:sp>
      <p:pic>
        <p:nvPicPr>
          <p:cNvPr id="7" name="Content Placeholder 6">
            <a:extLst>
              <a:ext uri="{FF2B5EF4-FFF2-40B4-BE49-F238E27FC236}">
                <a16:creationId xmlns:a16="http://schemas.microsoft.com/office/drawing/2014/main" id="{369C7122-E18E-1856-056C-D669A5ADC4A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2775" y="1828800"/>
            <a:ext cx="8153400" cy="4724400"/>
          </a:xfrm>
          <a:prstGeom prst="rect">
            <a:avLst/>
          </a:prstGeom>
        </p:spPr>
      </p:pic>
    </p:spTree>
    <p:extLst>
      <p:ext uri="{BB962C8B-B14F-4D97-AF65-F5344CB8AC3E}">
        <p14:creationId xmlns:p14="http://schemas.microsoft.com/office/powerpoint/2010/main" val="1767525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3FF6-B799-2BB1-8BD2-281B08C51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9301E-46D4-6EE7-8ECF-30BDF780D5B1}"/>
              </a:ext>
            </a:extLst>
          </p:cNvPr>
          <p:cNvSpPr>
            <a:spLocks noGrp="1"/>
          </p:cNvSpPr>
          <p:nvPr>
            <p:ph type="title"/>
          </p:nvPr>
        </p:nvSpPr>
        <p:spPr/>
        <p:txBody>
          <a:bodyPr>
            <a:normAutofit/>
          </a:bodyPr>
          <a:lstStyle/>
          <a:p>
            <a:r>
              <a:rPr lang="en-US" b="1" u="sng" dirty="0"/>
              <a:t>Classification Result </a:t>
            </a:r>
          </a:p>
        </p:txBody>
      </p:sp>
      <p:sp>
        <p:nvSpPr>
          <p:cNvPr id="4" name="Slide Number Placeholder 3">
            <a:extLst>
              <a:ext uri="{FF2B5EF4-FFF2-40B4-BE49-F238E27FC236}">
                <a16:creationId xmlns:a16="http://schemas.microsoft.com/office/drawing/2014/main" id="{06AD63B6-1754-7C00-AD20-5F74361F01C9}"/>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16</a:t>
            </a:fld>
            <a:endParaRPr lang="en-US"/>
          </a:p>
        </p:txBody>
      </p:sp>
      <p:pic>
        <p:nvPicPr>
          <p:cNvPr id="7" name="Content Placeholder 6">
            <a:extLst>
              <a:ext uri="{FF2B5EF4-FFF2-40B4-BE49-F238E27FC236}">
                <a16:creationId xmlns:a16="http://schemas.microsoft.com/office/drawing/2014/main" id="{FBE95CE6-DDA2-73F3-63B9-6D23938926AD}"/>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399451" y="1905000"/>
            <a:ext cx="6345097" cy="3733800"/>
          </a:xfrm>
          <a:prstGeom prst="rect">
            <a:avLst/>
          </a:prstGeom>
        </p:spPr>
      </p:pic>
    </p:spTree>
    <p:extLst>
      <p:ext uri="{BB962C8B-B14F-4D97-AF65-F5344CB8AC3E}">
        <p14:creationId xmlns:p14="http://schemas.microsoft.com/office/powerpoint/2010/main" val="2348812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34966-3CE3-942F-5B57-274456109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3F1BA-EB58-92E9-B365-4719151E37EE}"/>
              </a:ext>
            </a:extLst>
          </p:cNvPr>
          <p:cNvSpPr>
            <a:spLocks noGrp="1"/>
          </p:cNvSpPr>
          <p:nvPr>
            <p:ph type="title"/>
          </p:nvPr>
        </p:nvSpPr>
        <p:spPr/>
        <p:txBody>
          <a:bodyPr/>
          <a:lstStyle/>
          <a:p>
            <a:r>
              <a:rPr lang="en-US" b="1" u="sng" dirty="0"/>
              <a:t>Accuracy/ Loss Curve</a:t>
            </a:r>
          </a:p>
        </p:txBody>
      </p:sp>
      <p:sp>
        <p:nvSpPr>
          <p:cNvPr id="4" name="Slide Number Placeholder 3">
            <a:extLst>
              <a:ext uri="{FF2B5EF4-FFF2-40B4-BE49-F238E27FC236}">
                <a16:creationId xmlns:a16="http://schemas.microsoft.com/office/drawing/2014/main" id="{0F625D25-C860-AF26-A8C0-1C4BE823568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17</a:t>
            </a:fld>
            <a:endParaRPr lang="en-US"/>
          </a:p>
        </p:txBody>
      </p:sp>
      <p:pic>
        <p:nvPicPr>
          <p:cNvPr id="8" name="Content Placeholder 7">
            <a:extLst>
              <a:ext uri="{FF2B5EF4-FFF2-40B4-BE49-F238E27FC236}">
                <a16:creationId xmlns:a16="http://schemas.microsoft.com/office/drawing/2014/main" id="{F8DDE11D-927E-2F02-670A-9D52B7CE68D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639" y="2286000"/>
            <a:ext cx="4488204" cy="3400754"/>
          </a:xfrm>
          <a:prstGeom prst="rect">
            <a:avLst/>
          </a:prstGeom>
        </p:spPr>
      </p:pic>
      <p:pic>
        <p:nvPicPr>
          <p:cNvPr id="10" name="Picture 9">
            <a:extLst>
              <a:ext uri="{FF2B5EF4-FFF2-40B4-BE49-F238E27FC236}">
                <a16:creationId xmlns:a16="http://schemas.microsoft.com/office/drawing/2014/main" id="{5E300529-C19B-65E9-AC90-57AD30BC0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2583" y="2293070"/>
            <a:ext cx="4611417" cy="3393684"/>
          </a:xfrm>
          <a:prstGeom prst="rect">
            <a:avLst/>
          </a:prstGeom>
        </p:spPr>
      </p:pic>
    </p:spTree>
    <p:extLst>
      <p:ext uri="{BB962C8B-B14F-4D97-AF65-F5344CB8AC3E}">
        <p14:creationId xmlns:p14="http://schemas.microsoft.com/office/powerpoint/2010/main" val="3281840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BC7E-AC0F-BD76-C674-0C1BFF913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FE111-E726-C83E-D54E-9CE38A6E471A}"/>
              </a:ext>
            </a:extLst>
          </p:cNvPr>
          <p:cNvSpPr>
            <a:spLocks noGrp="1"/>
          </p:cNvSpPr>
          <p:nvPr>
            <p:ph type="title"/>
          </p:nvPr>
        </p:nvSpPr>
        <p:spPr/>
        <p:txBody>
          <a:bodyPr/>
          <a:lstStyle/>
          <a:p>
            <a:r>
              <a:rPr lang="en-US" b="1" u="sng" dirty="0"/>
              <a:t>Confusion Matrix</a:t>
            </a:r>
          </a:p>
        </p:txBody>
      </p:sp>
      <p:sp>
        <p:nvSpPr>
          <p:cNvPr id="4" name="Slide Number Placeholder 3">
            <a:extLst>
              <a:ext uri="{FF2B5EF4-FFF2-40B4-BE49-F238E27FC236}">
                <a16:creationId xmlns:a16="http://schemas.microsoft.com/office/drawing/2014/main" id="{50474F55-03DF-E195-6B7E-D1C1B3085EF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18</a:t>
            </a:fld>
            <a:endParaRPr lang="en-US"/>
          </a:p>
        </p:txBody>
      </p:sp>
      <p:pic>
        <p:nvPicPr>
          <p:cNvPr id="7" name="Content Placeholder 6">
            <a:extLst>
              <a:ext uri="{FF2B5EF4-FFF2-40B4-BE49-F238E27FC236}">
                <a16:creationId xmlns:a16="http://schemas.microsoft.com/office/drawing/2014/main" id="{3EE90D60-B22F-6D3A-464A-D6289F637A69}"/>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72855" y="1642213"/>
            <a:ext cx="7198289" cy="4987187"/>
          </a:xfrm>
          <a:prstGeom prst="rect">
            <a:avLst/>
          </a:prstGeom>
        </p:spPr>
      </p:pic>
    </p:spTree>
    <p:extLst>
      <p:ext uri="{BB962C8B-B14F-4D97-AF65-F5344CB8AC3E}">
        <p14:creationId xmlns:p14="http://schemas.microsoft.com/office/powerpoint/2010/main" val="90723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B181-4163-06D5-C1AA-E0440C460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CC4DF-C0E8-44DA-1EEF-702E7445D7E0}"/>
              </a:ext>
            </a:extLst>
          </p:cNvPr>
          <p:cNvSpPr>
            <a:spLocks noGrp="1"/>
          </p:cNvSpPr>
          <p:nvPr>
            <p:ph type="title"/>
          </p:nvPr>
        </p:nvSpPr>
        <p:spPr/>
        <p:txBody>
          <a:bodyPr/>
          <a:lstStyle/>
          <a:p>
            <a:r>
              <a:rPr lang="en-US" b="1" u="sng" dirty="0"/>
              <a:t>References</a:t>
            </a:r>
          </a:p>
        </p:txBody>
      </p:sp>
      <p:sp>
        <p:nvSpPr>
          <p:cNvPr id="4" name="Slide Number Placeholder 3">
            <a:extLst>
              <a:ext uri="{FF2B5EF4-FFF2-40B4-BE49-F238E27FC236}">
                <a16:creationId xmlns:a16="http://schemas.microsoft.com/office/drawing/2014/main" id="{B1616C71-8A0D-B803-BBCC-91E88BA48C9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19</a:t>
            </a:fld>
            <a:endParaRPr lang="en-US"/>
          </a:p>
        </p:txBody>
      </p:sp>
      <p:sp>
        <p:nvSpPr>
          <p:cNvPr id="5" name="Content Placeholder 4">
            <a:extLst>
              <a:ext uri="{FF2B5EF4-FFF2-40B4-BE49-F238E27FC236}">
                <a16:creationId xmlns:a16="http://schemas.microsoft.com/office/drawing/2014/main" id="{BAB092B0-28B8-F18F-987C-ADC340102165}"/>
              </a:ext>
            </a:extLst>
          </p:cNvPr>
          <p:cNvSpPr>
            <a:spLocks noGrp="1"/>
          </p:cNvSpPr>
          <p:nvPr>
            <p:ph sz="quarter" idx="1"/>
          </p:nvPr>
        </p:nvSpPr>
        <p:spPr>
          <a:xfrm>
            <a:off x="612648" y="1600200"/>
            <a:ext cx="8153400" cy="5029200"/>
          </a:xfrm>
        </p:spPr>
        <p:txBody>
          <a:bodyPr>
            <a:normAutofit fontScale="62500" lnSpcReduction="20000"/>
          </a:bodyPr>
          <a:lstStyle/>
          <a:p>
            <a:r>
              <a:rPr lang="en-IN" dirty="0"/>
              <a:t>[1] I. Goodfellow, Y. Bengio and A. Courville, Deep Learning, MIT Press, 2016.</a:t>
            </a:r>
          </a:p>
          <a:p>
            <a:r>
              <a:rPr lang="en-IN" dirty="0"/>
              <a:t>[2] P. Ekman and W. V. Friesen, “Facial Action Coding System: A Technique for the Measurement of Facial Movement,” Consulting Psychologists Press, 1978.</a:t>
            </a:r>
          </a:p>
          <a:p>
            <a:r>
              <a:rPr lang="en-IN" dirty="0"/>
              <a:t>[3] I. J. Goodfellow et al., “Challenges in Representation Learning: A Report on Three Machine Learning Contests,” Neural Information Processing, 2013.</a:t>
            </a:r>
          </a:p>
          <a:p>
            <a:r>
              <a:rPr lang="en-IN" dirty="0"/>
              <a:t>[4] A. </a:t>
            </a:r>
            <a:r>
              <a:rPr lang="en-IN" dirty="0" err="1"/>
              <a:t>Mollahosseini</a:t>
            </a:r>
            <a:r>
              <a:rPr lang="en-IN" dirty="0"/>
              <a:t>, D. Chan and M. H. Mahoor, “Going Deeper in Facial Expression Recognition Using Deep Neural Networks,” IEEE Winter Conference on Applications of Computer Vision (WACV), 2016.</a:t>
            </a:r>
          </a:p>
          <a:p>
            <a:r>
              <a:rPr lang="en-IN" dirty="0"/>
              <a:t>[5] S. Li and W. Deng, “Deep Facial Expression Recognition: A Survey,” IEEE Transactions on Affective Computing, vol. 13, no. 3, pp. 1195–1215, 2022.</a:t>
            </a:r>
          </a:p>
          <a:p>
            <a:r>
              <a:rPr lang="en-IN" dirty="0"/>
              <a:t>[6] G. B. Huang et al., “</a:t>
            </a:r>
            <a:r>
              <a:rPr lang="en-IN" dirty="0" err="1"/>
              <a:t>Labeled</a:t>
            </a:r>
            <a:r>
              <a:rPr lang="en-IN" dirty="0"/>
              <a:t> Faces in the Wild: A Database for Studying Face Recognition,” University of Massachusetts, 2007.</a:t>
            </a:r>
          </a:p>
          <a:p>
            <a:r>
              <a:rPr lang="en-IN" dirty="0"/>
              <a:t>[7] I. Goodfellow et al., “Facial Expression Recognition Challenge (FER-2013),” Kaggle Dataset, 2013.</a:t>
            </a:r>
          </a:p>
          <a:p>
            <a:r>
              <a:rPr lang="en-IN" dirty="0"/>
              <a:t>[8] F. Chollet, “</a:t>
            </a:r>
            <a:r>
              <a:rPr lang="en-IN" dirty="0" err="1"/>
              <a:t>Keras</a:t>
            </a:r>
            <a:r>
              <a:rPr lang="en-IN" dirty="0"/>
              <a:t>: Deep Learning Library for Python,” 2015.</a:t>
            </a:r>
          </a:p>
          <a:p>
            <a:r>
              <a:rPr lang="en-IN" dirty="0"/>
              <a:t>[9] G. </a:t>
            </a:r>
            <a:r>
              <a:rPr lang="en-IN" dirty="0" err="1"/>
              <a:t>Bradski</a:t>
            </a:r>
            <a:r>
              <a:rPr lang="en-IN" dirty="0"/>
              <a:t>, “The OpenCV Library,” Dr. Dobb’s Journal of Software Tools, 2000.</a:t>
            </a:r>
          </a:p>
          <a:p>
            <a:r>
              <a:rPr lang="en-IN" dirty="0"/>
              <a:t>[10] K. He, X. Zhang, S. Ren and J. Sun, “Deep Residual Learning for Image Recognition,” IEEE CVPR, 2016.</a:t>
            </a:r>
          </a:p>
        </p:txBody>
      </p:sp>
    </p:spTree>
    <p:extLst>
      <p:ext uri="{BB962C8B-B14F-4D97-AF65-F5344CB8AC3E}">
        <p14:creationId xmlns:p14="http://schemas.microsoft.com/office/powerpoint/2010/main" val="3534531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010443" y="3124200"/>
            <a:ext cx="7123113" cy="1673225"/>
          </a:xfrm>
        </p:spPr>
        <p:txBody>
          <a:bodyPr>
            <a:normAutofit/>
          </a:bodyPr>
          <a:lstStyle/>
          <a:p>
            <a:pPr algn="ctr"/>
            <a:r>
              <a:rPr lang="en-US" sz="6000" b="1" dirty="0">
                <a:solidFill>
                  <a:schemeClr val="tx1"/>
                </a:solidFill>
              </a:rPr>
              <a:t>Thank You</a:t>
            </a:r>
          </a:p>
        </p:txBody>
      </p:sp>
      <p:sp>
        <p:nvSpPr>
          <p:cNvPr id="4" name="Title 3"/>
          <p:cNvSpPr>
            <a:spLocks noGrp="1"/>
          </p:cNvSpPr>
          <p:nvPr>
            <p:ph type="title"/>
          </p:nvPr>
        </p:nvSpPr>
        <p:spPr/>
        <p:txBody>
          <a:bodyPr>
            <a:normAutofit fontScale="90000"/>
          </a:bodyPr>
          <a:lstStyle/>
          <a:p>
            <a:pPr algn="ctr"/>
            <a:r>
              <a:rPr lang="en-US" dirty="0"/>
              <a:t> Open for Questions &amp; Feedback.</a:t>
            </a:r>
          </a:p>
        </p:txBody>
      </p:sp>
      <p:pic>
        <p:nvPicPr>
          <p:cNvPr id="3074" name="Picture 2" descr="C:\Users\vipin.tyagi\Desktop\footer-img.png"/>
          <p:cNvPicPr>
            <a:picLocks noChangeAspect="1" noChangeArrowheads="1"/>
          </p:cNvPicPr>
          <p:nvPr/>
        </p:nvPicPr>
        <p:blipFill>
          <a:blip r:embed="rId2"/>
          <a:srcRect/>
          <a:stretch>
            <a:fillRect/>
          </a:stretch>
        </p:blipFill>
        <p:spPr bwMode="auto">
          <a:xfrm>
            <a:off x="3771900" y="4572000"/>
            <a:ext cx="1600200" cy="1906121"/>
          </a:xfrm>
          <a:prstGeom prst="rect">
            <a:avLst/>
          </a:prstGeom>
          <a:noFill/>
        </p:spPr>
      </p:pic>
      <p:sp>
        <p:nvSpPr>
          <p:cNvPr id="6" name="Slide Number Placeholder 5"/>
          <p:cNvSpPr>
            <a:spLocks noGrp="1"/>
          </p:cNvSpPr>
          <p:nvPr>
            <p:ph type="sldNum" sz="quarter" idx="11"/>
          </p:nvPr>
        </p:nvSpPr>
        <p:spPr/>
        <p:txBody>
          <a:bodyPr/>
          <a:lstStyle/>
          <a:p>
            <a:fld id="{B6F15528-21DE-4FAA-801E-634DDDAF4B2B}" type="slidenum">
              <a:rPr lang="en-US" smtClean="0"/>
              <a:pPr/>
              <a:t>20</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493</TotalTime>
  <Words>1524</Words>
  <Application>Microsoft Office PowerPoint</Application>
  <PresentationFormat>On-screen Show (4:3)</PresentationFormat>
  <Paragraphs>172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Tw Cen MT</vt:lpstr>
      <vt:lpstr>Wingdings</vt:lpstr>
      <vt:lpstr>Wingdings 2</vt:lpstr>
      <vt:lpstr>Median</vt:lpstr>
      <vt:lpstr>Facial Emotion Recognition System</vt:lpstr>
      <vt:lpstr>Introduction</vt:lpstr>
      <vt:lpstr>Problem Statement</vt:lpstr>
      <vt:lpstr>Literature Review</vt:lpstr>
      <vt:lpstr>Work Plan</vt:lpstr>
      <vt:lpstr>Work Done</vt:lpstr>
      <vt:lpstr>Dataset Details</vt:lpstr>
      <vt:lpstr>Visualizing Dataset</vt:lpstr>
      <vt:lpstr>Visualizing Sample Images</vt:lpstr>
      <vt:lpstr>Data Flow Diagram (DFDs)</vt:lpstr>
      <vt:lpstr>Process Methodology</vt:lpstr>
      <vt:lpstr>Model Architecture</vt:lpstr>
      <vt:lpstr>Further Scope</vt:lpstr>
      <vt:lpstr>Conclusion </vt:lpstr>
      <vt:lpstr>Image Classification</vt:lpstr>
      <vt:lpstr>Classification Result </vt:lpstr>
      <vt:lpstr>Accuracy/ Loss Curve</vt:lpstr>
      <vt:lpstr>Confusion Matrix</vt:lpstr>
      <vt:lpstr>References</vt:lpstr>
      <vt:lpstr> Open for Questions &amp;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vipin tyagi</dc:creator>
  <cp:lastModifiedBy>Apurv Singh</cp:lastModifiedBy>
  <cp:revision>9</cp:revision>
  <dcterms:created xsi:type="dcterms:W3CDTF">2006-08-16T00:00:00Z</dcterms:created>
  <dcterms:modified xsi:type="dcterms:W3CDTF">2026-05-03T14:57:38Z</dcterms:modified>
</cp:coreProperties>
</file>