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60" r:id="rId1"/>
  </p:sldMasterIdLst>
  <p:notesMasterIdLst>
    <p:notesMasterId r:id="rId22"/>
  </p:notesMasterIdLst>
  <p:sldIdLst>
    <p:sldId id="256" r:id="rId2"/>
    <p:sldId id="257" r:id="rId3"/>
    <p:sldId id="260" r:id="rId4"/>
    <p:sldId id="258" r:id="rId5"/>
    <p:sldId id="261" r:id="rId6"/>
    <p:sldId id="262" r:id="rId7"/>
    <p:sldId id="268" r:id="rId8"/>
    <p:sldId id="265" r:id="rId9"/>
    <p:sldId id="270" r:id="rId10"/>
    <p:sldId id="264" r:id="rId11"/>
    <p:sldId id="269" r:id="rId12"/>
    <p:sldId id="263" r:id="rId13"/>
    <p:sldId id="276" r:id="rId14"/>
    <p:sldId id="271" r:id="rId15"/>
    <p:sldId id="267" r:id="rId16"/>
    <p:sldId id="272" r:id="rId17"/>
    <p:sldId id="273" r:id="rId18"/>
    <p:sldId id="274" r:id="rId19"/>
    <p:sldId id="275" r:id="rId20"/>
    <p:sldId id="259" r:id="rId21"/>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81" d="100"/>
          <a:sy n="81" d="100"/>
        </p:scale>
        <p:origin x="1498" y="6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1">
  <dgm:title val=""/>
  <dgm:desc val=""/>
  <dgm:catLst>
    <dgm:cat type="accent1" pri="11100"/>
  </dgm:catLst>
  <dgm:styleLbl name="node0">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alignNode1">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node1">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lnNode1">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vennNode1">
    <dgm:fillClrLst meth="repeat">
      <a:schemeClr val="lt1">
        <a:alpha val="50000"/>
      </a:schemeClr>
    </dgm:fillClrLst>
    <dgm:linClrLst meth="repeat">
      <a:schemeClr val="accent1">
        <a:shade val="80000"/>
      </a:schemeClr>
    </dgm:linClrLst>
    <dgm:effectClrLst/>
    <dgm:txLinClrLst/>
    <dgm:txFillClrLst/>
    <dgm:txEffectClrLst/>
  </dgm:styleLbl>
  <dgm:styleLbl name="node2">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node3">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node4">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fgImgPlace1">
    <dgm:fillClrLst meth="repeat">
      <a:schemeClr val="accent1">
        <a:tint val="40000"/>
      </a:schemeClr>
    </dgm:fillClrLst>
    <dgm:linClrLst meth="repeat">
      <a:schemeClr val="accent1">
        <a:shade val="80000"/>
      </a:schemeClr>
    </dgm:linClrLst>
    <dgm:effectClrLst/>
    <dgm:txLinClrLst/>
    <dgm:txFillClrLst meth="repeat">
      <a:schemeClr val="lt1"/>
    </dgm:txFillClrLst>
    <dgm:txEffectClrLst/>
  </dgm:styleLbl>
  <dgm:styleLbl name="alignImgPlace1">
    <dgm:fillClrLst meth="repeat">
      <a:schemeClr val="accent1">
        <a:tint val="40000"/>
      </a:schemeClr>
    </dgm:fillClrLst>
    <dgm:linClrLst meth="repeat">
      <a:schemeClr val="accent1">
        <a:shade val="80000"/>
      </a:schemeClr>
    </dgm:linClrLst>
    <dgm:effectClrLst/>
    <dgm:txLinClrLst/>
    <dgm:txFillClrLst meth="repeat">
      <a:schemeClr val="lt1"/>
    </dgm:txFillClrLst>
    <dgm:txEffectClrLst/>
  </dgm:styleLbl>
  <dgm:styleLbl name="bgImgPlace1">
    <dgm:fillClrLst meth="repeat">
      <a:schemeClr val="accent1">
        <a:tint val="40000"/>
      </a:schemeClr>
    </dgm:fillClrLst>
    <dgm:linClrLst meth="repeat">
      <a:schemeClr val="accent1">
        <a:shade val="80000"/>
      </a:schemeClr>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meth="repeat">
      <a:schemeClr val="dk1"/>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meth="repeat">
      <a:schemeClr val="dk1"/>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meth="repeat">
      <a:schemeClr val="dk1"/>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dgm:linClrLst>
    <dgm:effectClrLst/>
    <dgm:txLinClrLst/>
    <dgm:txFillClrLst meth="repeat">
      <a:schemeClr val="tx1"/>
    </dgm:txFillClrLst>
    <dgm:txEffectClrLst/>
  </dgm:styleLbl>
  <dgm:styleLbl name="asst0">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asst1">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asst2">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asst3">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asst4">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dgm:txEffectClrLst/>
  </dgm:styleLbl>
  <dgm:styleLbl name="parChTrans2D2">
    <dgm:fillClrLst meth="repeat">
      <a:schemeClr val="accent1"/>
    </dgm:fillClrLst>
    <dgm:linClrLst meth="repeat">
      <a:schemeClr val="accent1"/>
    </dgm:linClrLst>
    <dgm:effectClrLst/>
    <dgm:txLinClrLst/>
    <dgm:txFillClrLst/>
    <dgm:txEffectClrLst/>
  </dgm:styleLbl>
  <dgm:styleLbl name="parChTrans2D3">
    <dgm:fillClrLst meth="repeat">
      <a:schemeClr val="accent1"/>
    </dgm:fillClrLst>
    <dgm:linClrLst meth="repeat">
      <a:schemeClr val="accent1"/>
    </dgm:linClrLst>
    <dgm:effectClrLst/>
    <dgm:txLinClrLst/>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conFgAcc1">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alignAcc1">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trAlignAcc1">
    <dgm:fillClrLst meth="repeat">
      <a:schemeClr val="accent1">
        <a:alpha val="40000"/>
        <a:tint val="40000"/>
      </a:schemeClr>
    </dgm:fillClrLst>
    <dgm:linClrLst meth="repeat">
      <a:schemeClr val="accent1"/>
    </dgm:linClrLst>
    <dgm:effectClrLst/>
    <dgm:txLinClrLst/>
    <dgm:txFillClrLst meth="repeat">
      <a:schemeClr val="dk1"/>
    </dgm:txFillClrLst>
    <dgm:txEffectClrLst/>
  </dgm:styleLbl>
  <dgm:styleLbl name="bgAcc1">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lt1">
        <a:alpha val="90000"/>
        <a:tint val="40000"/>
      </a:schemeClr>
    </dgm:fillClrLst>
    <dgm:linClrLst meth="repeat">
      <a:schemeClr val="accent1">
        <a:alpha val="90000"/>
      </a:schemeClr>
    </dgm:linClrLst>
    <dgm:effectClrLst/>
    <dgm:txLinClrLst/>
    <dgm:txFillClrLst meth="repeat">
      <a:schemeClr val="dk1"/>
    </dgm:txFillClrLst>
    <dgm:txEffectClrLst/>
  </dgm:styleLbl>
  <dgm:styleLbl name="alignAccFollowNode1">
    <dgm:fillClrLst meth="repeat">
      <a:schemeClr val="lt1">
        <a:alpha val="90000"/>
        <a:tint val="40000"/>
      </a:schemeClr>
    </dgm:fillClrLst>
    <dgm:linClrLst meth="repeat">
      <a:schemeClr val="accent1">
        <a:alpha val="90000"/>
      </a:schemeClr>
    </dgm:linClrLst>
    <dgm:effectClrLst/>
    <dgm:txLinClrLst/>
    <dgm:txFillClrLst meth="repeat">
      <a:schemeClr val="dk1"/>
    </dgm:txFillClrLst>
    <dgm:txEffectClrLst/>
  </dgm:styleLbl>
  <dgm:styleLbl name="bgAccFollowNode1">
    <dgm:fillClrLst meth="repeat">
      <a:schemeClr val="lt1">
        <a:alpha val="90000"/>
        <a:tint val="40000"/>
      </a:schemeClr>
    </dgm:fillClrLst>
    <dgm:linClrLst meth="repeat">
      <a:schemeClr val="accent1">
        <a:alpha val="90000"/>
      </a:schemeClr>
    </dgm:linClrLst>
    <dgm:effectClrLst/>
    <dgm:txLinClrLst/>
    <dgm:txFillClrLst meth="repeat">
      <a:schemeClr val="dk1"/>
    </dgm:txFillClrLst>
    <dgm:txEffectClrLst/>
  </dgm:styleLbl>
  <dgm:styleLbl name="fgAcc0">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fgAcc2">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fgAcc3">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fgAcc4">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2FE3950D-A97D-4665-B316-3D9BB9FA52AC}" type="doc">
      <dgm:prSet loTypeId="urn:microsoft.com/office/officeart/2008/layout/LinedList" loCatId="list" qsTypeId="urn:microsoft.com/office/officeart/2005/8/quickstyle/simple1" qsCatId="simple" csTypeId="urn:microsoft.com/office/officeart/2005/8/colors/accent1_2" csCatId="accent1" phldr="1"/>
      <dgm:spPr/>
      <dgm:t>
        <a:bodyPr/>
        <a:lstStyle/>
        <a:p>
          <a:endParaRPr lang="en-IN"/>
        </a:p>
      </dgm:t>
    </dgm:pt>
    <dgm:pt modelId="{746A8473-86F5-4E34-9C1A-0AC97830AA80}">
      <dgm:prSet phldrT="[Text]"/>
      <dgm:spPr/>
      <dgm:t>
        <a:bodyPr/>
        <a:lstStyle/>
        <a:p>
          <a:pPr>
            <a:buNone/>
          </a:pPr>
          <a:r>
            <a:rPr lang="en-IN" dirty="0"/>
            <a:t>Summary of Existing Work</a:t>
          </a:r>
        </a:p>
      </dgm:t>
    </dgm:pt>
    <dgm:pt modelId="{06FEC664-D0C2-4D7C-84FD-D1F61AE13379}" type="parTrans" cxnId="{1D13E02B-6C2D-4E2A-8198-B53482C08CA1}">
      <dgm:prSet/>
      <dgm:spPr/>
      <dgm:t>
        <a:bodyPr/>
        <a:lstStyle/>
        <a:p>
          <a:endParaRPr lang="en-IN"/>
        </a:p>
      </dgm:t>
    </dgm:pt>
    <dgm:pt modelId="{3F3AB38E-B0FD-495B-ACC6-99BC58BD9192}" type="sibTrans" cxnId="{1D13E02B-6C2D-4E2A-8198-B53482C08CA1}">
      <dgm:prSet/>
      <dgm:spPr/>
      <dgm:t>
        <a:bodyPr/>
        <a:lstStyle/>
        <a:p>
          <a:endParaRPr lang="en-IN"/>
        </a:p>
      </dgm:t>
    </dgm:pt>
    <dgm:pt modelId="{92503FF5-8784-43B0-BBD7-60DD3B3B5616}">
      <dgm:prSet phldrT="[Text]"/>
      <dgm:spPr/>
      <dgm:t>
        <a:bodyPr/>
        <a:lstStyle/>
        <a:p>
          <a:pPr>
            <a:buNone/>
          </a:pPr>
          <a:r>
            <a:rPr lang="en-US" dirty="0"/>
            <a:t>Earlier systems used manual features, while modern approaches rely on deep learning models for emotion recognition. </a:t>
          </a:r>
          <a:endParaRPr lang="en-IN" dirty="0"/>
        </a:p>
      </dgm:t>
    </dgm:pt>
    <dgm:pt modelId="{1230C6D8-2017-495A-821B-0EB6037702EF}" type="parTrans" cxnId="{910908E3-A8B8-422C-90C7-6BE43F110B63}">
      <dgm:prSet/>
      <dgm:spPr/>
      <dgm:t>
        <a:bodyPr/>
        <a:lstStyle/>
        <a:p>
          <a:endParaRPr lang="en-IN"/>
        </a:p>
      </dgm:t>
    </dgm:pt>
    <dgm:pt modelId="{A3858C7D-1138-4CB9-BCAE-F329417CC721}" type="sibTrans" cxnId="{910908E3-A8B8-422C-90C7-6BE43F110B63}">
      <dgm:prSet/>
      <dgm:spPr/>
      <dgm:t>
        <a:bodyPr/>
        <a:lstStyle/>
        <a:p>
          <a:endParaRPr lang="en-IN"/>
        </a:p>
      </dgm:t>
    </dgm:pt>
    <dgm:pt modelId="{1BE72C36-0005-4928-AF71-F0489117DB1C}">
      <dgm:prSet phldrT="[Text]"/>
      <dgm:spPr/>
      <dgm:t>
        <a:bodyPr/>
        <a:lstStyle/>
        <a:p>
          <a:pPr>
            <a:buNone/>
          </a:pPr>
          <a:r>
            <a:rPr lang="en-IN" dirty="0"/>
            <a:t>Key Findings</a:t>
          </a:r>
        </a:p>
      </dgm:t>
    </dgm:pt>
    <dgm:pt modelId="{996D0424-B0E0-474D-B436-FD71B19354D1}" type="parTrans" cxnId="{29D60073-7555-40C7-803A-2D1F2849018F}">
      <dgm:prSet/>
      <dgm:spPr/>
      <dgm:t>
        <a:bodyPr/>
        <a:lstStyle/>
        <a:p>
          <a:endParaRPr lang="en-IN"/>
        </a:p>
      </dgm:t>
    </dgm:pt>
    <dgm:pt modelId="{699641B6-89B4-4646-B229-85B214C2BD70}" type="sibTrans" cxnId="{29D60073-7555-40C7-803A-2D1F2849018F}">
      <dgm:prSet/>
      <dgm:spPr/>
      <dgm:t>
        <a:bodyPr/>
        <a:lstStyle/>
        <a:p>
          <a:endParaRPr lang="en-IN"/>
        </a:p>
      </dgm:t>
    </dgm:pt>
    <dgm:pt modelId="{1E776078-7D68-44DA-890D-3908C9EC5D11}">
      <dgm:prSet phldrT="[Text]"/>
      <dgm:spPr/>
      <dgm:t>
        <a:bodyPr/>
        <a:lstStyle/>
        <a:p>
          <a:pPr>
            <a:buNone/>
          </a:pPr>
          <a:r>
            <a:rPr lang="en-US" dirty="0"/>
            <a:t>Standard datasets like FER-2013 and CK+ are widely used to classify emotions into seven categories. </a:t>
          </a:r>
          <a:endParaRPr lang="en-IN" dirty="0"/>
        </a:p>
      </dgm:t>
    </dgm:pt>
    <dgm:pt modelId="{92A851D0-6322-43EE-A013-C28EC8757B63}" type="parTrans" cxnId="{37E81B0D-CFFE-4B07-991B-EFAF01D0E410}">
      <dgm:prSet/>
      <dgm:spPr/>
      <dgm:t>
        <a:bodyPr/>
        <a:lstStyle/>
        <a:p>
          <a:endParaRPr lang="en-IN"/>
        </a:p>
      </dgm:t>
    </dgm:pt>
    <dgm:pt modelId="{8B273A14-3543-4D68-9EF1-2E19894B5429}" type="sibTrans" cxnId="{37E81B0D-CFFE-4B07-991B-EFAF01D0E410}">
      <dgm:prSet/>
      <dgm:spPr/>
      <dgm:t>
        <a:bodyPr/>
        <a:lstStyle/>
        <a:p>
          <a:endParaRPr lang="en-IN"/>
        </a:p>
      </dgm:t>
    </dgm:pt>
    <dgm:pt modelId="{D3D348FC-CE20-4DFF-9F51-B433A3279DA5}">
      <dgm:prSet phldrT="[Text]"/>
      <dgm:spPr/>
      <dgm:t>
        <a:bodyPr/>
        <a:lstStyle/>
        <a:p>
          <a:pPr>
            <a:buNone/>
          </a:pPr>
          <a:r>
            <a:rPr lang="en-US" dirty="0"/>
            <a:t>Transfer learning with pre-trained models helps improve accuracy using large-scale facial data.</a:t>
          </a:r>
          <a:endParaRPr lang="en-IN" dirty="0"/>
        </a:p>
      </dgm:t>
    </dgm:pt>
    <dgm:pt modelId="{2D2E2B7D-6985-40F7-A53C-C1B384F4C733}" type="parTrans" cxnId="{C84258BC-4E0B-4D89-B558-8293CDD54866}">
      <dgm:prSet/>
      <dgm:spPr/>
      <dgm:t>
        <a:bodyPr/>
        <a:lstStyle/>
        <a:p>
          <a:endParaRPr lang="en-IN"/>
        </a:p>
      </dgm:t>
    </dgm:pt>
    <dgm:pt modelId="{3D69FF1D-84DA-45B7-BF60-806D13AA282D}" type="sibTrans" cxnId="{C84258BC-4E0B-4D89-B558-8293CDD54866}">
      <dgm:prSet/>
      <dgm:spPr/>
      <dgm:t>
        <a:bodyPr/>
        <a:lstStyle/>
        <a:p>
          <a:endParaRPr lang="en-IN"/>
        </a:p>
      </dgm:t>
    </dgm:pt>
    <dgm:pt modelId="{0D0FDA45-99B4-4686-BFDA-C0FF67053019}">
      <dgm:prSet phldrT="[Text]"/>
      <dgm:spPr/>
      <dgm:t>
        <a:bodyPr/>
        <a:lstStyle/>
        <a:p>
          <a:pPr>
            <a:buNone/>
          </a:pPr>
          <a:r>
            <a:rPr lang="en-US" dirty="0"/>
            <a:t>CNN layers learn basic features first and complex facial patterns like expressions in deeper layers. </a:t>
          </a:r>
          <a:endParaRPr lang="en-IN" dirty="0"/>
        </a:p>
      </dgm:t>
    </dgm:pt>
    <dgm:pt modelId="{E2CC884C-7F61-4C4C-A1EA-2A42CF2CDE4F}" type="parTrans" cxnId="{0E36B46F-4FCD-4DE0-8054-82D8B7737904}">
      <dgm:prSet/>
      <dgm:spPr/>
      <dgm:t>
        <a:bodyPr/>
        <a:lstStyle/>
        <a:p>
          <a:endParaRPr lang="en-IN"/>
        </a:p>
      </dgm:t>
    </dgm:pt>
    <dgm:pt modelId="{8C21FF1B-1C79-4F1B-BD0A-394CD4AC48F4}" type="sibTrans" cxnId="{0E36B46F-4FCD-4DE0-8054-82D8B7737904}">
      <dgm:prSet/>
      <dgm:spPr/>
      <dgm:t>
        <a:bodyPr/>
        <a:lstStyle/>
        <a:p>
          <a:endParaRPr lang="en-IN"/>
        </a:p>
      </dgm:t>
    </dgm:pt>
    <dgm:pt modelId="{996FD7AE-269A-4306-AB82-8056E467D3BB}">
      <dgm:prSet phldrT="[Text]"/>
      <dgm:spPr/>
      <dgm:t>
        <a:bodyPr/>
        <a:lstStyle/>
        <a:p>
          <a:pPr>
            <a:buNone/>
          </a:pPr>
          <a:r>
            <a:rPr lang="en-IN" dirty="0"/>
            <a:t>Limitations / Gaps in Existing Solutions</a:t>
          </a:r>
        </a:p>
      </dgm:t>
    </dgm:pt>
    <dgm:pt modelId="{4E7FDB9C-59E2-4241-9868-88E75C90AE91}" type="parTrans" cxnId="{D84A4226-3260-45E3-B7F2-17A92CFD3E6F}">
      <dgm:prSet/>
      <dgm:spPr/>
      <dgm:t>
        <a:bodyPr/>
        <a:lstStyle/>
        <a:p>
          <a:endParaRPr lang="en-IN"/>
        </a:p>
      </dgm:t>
    </dgm:pt>
    <dgm:pt modelId="{3038CA55-77BF-45C0-9FBE-99DCE975758D}" type="sibTrans" cxnId="{D84A4226-3260-45E3-B7F2-17A92CFD3E6F}">
      <dgm:prSet/>
      <dgm:spPr/>
      <dgm:t>
        <a:bodyPr/>
        <a:lstStyle/>
        <a:p>
          <a:endParaRPr lang="en-IN"/>
        </a:p>
      </dgm:t>
    </dgm:pt>
    <dgm:pt modelId="{1509FC9B-4693-43DC-AAB1-56E6DA04F453}">
      <dgm:prSet phldrT="[Text]"/>
      <dgm:spPr/>
      <dgm:t>
        <a:bodyPr/>
        <a:lstStyle/>
        <a:p>
          <a:pPr>
            <a:buNone/>
          </a:pPr>
          <a:r>
            <a:rPr lang="en-US" dirty="0"/>
            <a:t>Data augmentation improves model performance by handling variations in angles, lighting, and facial positions. </a:t>
          </a:r>
          <a:endParaRPr lang="en-IN" dirty="0"/>
        </a:p>
      </dgm:t>
    </dgm:pt>
    <dgm:pt modelId="{4C52CEBC-9913-4255-9128-36C08C55394C}" type="parTrans" cxnId="{A9EF6765-6160-4814-9B4D-5BC2BAEE4889}">
      <dgm:prSet/>
      <dgm:spPr/>
      <dgm:t>
        <a:bodyPr/>
        <a:lstStyle/>
        <a:p>
          <a:endParaRPr lang="en-IN"/>
        </a:p>
      </dgm:t>
    </dgm:pt>
    <dgm:pt modelId="{26FBAB49-F3E2-479E-80DA-54AA312C50C8}" type="sibTrans" cxnId="{A9EF6765-6160-4814-9B4D-5BC2BAEE4889}">
      <dgm:prSet/>
      <dgm:spPr/>
      <dgm:t>
        <a:bodyPr/>
        <a:lstStyle/>
        <a:p>
          <a:endParaRPr lang="en-IN"/>
        </a:p>
      </dgm:t>
    </dgm:pt>
    <dgm:pt modelId="{B126DA80-D798-427C-8357-6DD4A2A71968}">
      <dgm:prSet phldrT="[Text]"/>
      <dgm:spPr/>
      <dgm:t>
        <a:bodyPr/>
        <a:lstStyle/>
        <a:p>
          <a:pPr>
            <a:buNone/>
          </a:pPr>
          <a:r>
            <a:rPr lang="en-US" dirty="0"/>
            <a:t>Neutral emotion plays an important role in preventing misclassification of other emotions.</a:t>
          </a:r>
          <a:endParaRPr lang="en-IN" dirty="0"/>
        </a:p>
      </dgm:t>
    </dgm:pt>
    <dgm:pt modelId="{8489582D-790D-4AA0-8F90-BA54E77B2E8B}" type="parTrans" cxnId="{AFDC12CC-23EA-4A2A-8EE9-69B12CC1889C}">
      <dgm:prSet/>
      <dgm:spPr/>
      <dgm:t>
        <a:bodyPr/>
        <a:lstStyle/>
        <a:p>
          <a:endParaRPr lang="en-IN"/>
        </a:p>
      </dgm:t>
    </dgm:pt>
    <dgm:pt modelId="{ECD5C218-263B-438C-AEAA-3CF0F79A6FF0}" type="sibTrans" cxnId="{AFDC12CC-23EA-4A2A-8EE9-69B12CC1889C}">
      <dgm:prSet/>
      <dgm:spPr/>
      <dgm:t>
        <a:bodyPr/>
        <a:lstStyle/>
        <a:p>
          <a:endParaRPr lang="en-IN"/>
        </a:p>
      </dgm:t>
    </dgm:pt>
    <dgm:pt modelId="{7DDBC557-E054-4FEE-8AFA-881F2CA024D8}">
      <dgm:prSet phldrT="[Text]"/>
      <dgm:spPr/>
      <dgm:t>
        <a:bodyPr/>
        <a:lstStyle/>
        <a:p>
          <a:pPr>
            <a:buNone/>
          </a:pPr>
          <a:r>
            <a:rPr lang="en-US" dirty="0"/>
            <a:t>Models perform well on controlled images but struggle with real-world conditions like lighting and head movement. </a:t>
          </a:r>
          <a:endParaRPr lang="en-IN" dirty="0"/>
        </a:p>
      </dgm:t>
    </dgm:pt>
    <dgm:pt modelId="{F75D7329-8115-40EA-BA39-24385E66B4E0}" type="parTrans" cxnId="{BD42F4EB-A797-4047-9194-ED22A1D5F401}">
      <dgm:prSet/>
      <dgm:spPr/>
      <dgm:t>
        <a:bodyPr/>
        <a:lstStyle/>
        <a:p>
          <a:endParaRPr lang="en-IN"/>
        </a:p>
      </dgm:t>
    </dgm:pt>
    <dgm:pt modelId="{7AD533B9-E1CF-40D4-9612-05ECA414C462}" type="sibTrans" cxnId="{BD42F4EB-A797-4047-9194-ED22A1D5F401}">
      <dgm:prSet/>
      <dgm:spPr/>
      <dgm:t>
        <a:bodyPr/>
        <a:lstStyle/>
        <a:p>
          <a:endParaRPr lang="en-IN"/>
        </a:p>
      </dgm:t>
    </dgm:pt>
    <dgm:pt modelId="{34A31539-BE5C-4FA4-BF74-06897E5B151E}">
      <dgm:prSet phldrT="[Text]"/>
      <dgm:spPr/>
      <dgm:t>
        <a:bodyPr/>
        <a:lstStyle/>
        <a:p>
          <a:pPr>
            <a:buNone/>
          </a:pPr>
          <a:r>
            <a:rPr lang="en-US" dirty="0"/>
            <a:t>Existing systems fail to detect subtle or micro-expressions that indicate true emotions. </a:t>
          </a:r>
          <a:endParaRPr lang="en-IN" dirty="0"/>
        </a:p>
      </dgm:t>
    </dgm:pt>
    <dgm:pt modelId="{9B7EA9EB-782D-473B-A4B9-BA1253BA5E98}" type="parTrans" cxnId="{664545FC-6755-4CB9-96FF-4DBDA38D1097}">
      <dgm:prSet/>
      <dgm:spPr/>
      <dgm:t>
        <a:bodyPr/>
        <a:lstStyle/>
        <a:p>
          <a:endParaRPr lang="en-IN"/>
        </a:p>
      </dgm:t>
    </dgm:pt>
    <dgm:pt modelId="{47D1B80F-8E2C-4C08-92D4-B3A28AC27C7F}" type="sibTrans" cxnId="{664545FC-6755-4CB9-96FF-4DBDA38D1097}">
      <dgm:prSet/>
      <dgm:spPr/>
      <dgm:t>
        <a:bodyPr/>
        <a:lstStyle/>
        <a:p>
          <a:endParaRPr lang="en-IN"/>
        </a:p>
      </dgm:t>
    </dgm:pt>
    <dgm:pt modelId="{7A4C17A4-F378-4932-A146-662A1B15A785}">
      <dgm:prSet phldrT="[Text]"/>
      <dgm:spPr/>
      <dgm:t>
        <a:bodyPr/>
        <a:lstStyle/>
        <a:p>
          <a:pPr>
            <a:buNone/>
          </a:pPr>
          <a:r>
            <a:rPr lang="en-US"/>
            <a:t>Bias in datasets affects performance across different age groups, skin tones, and facial variations.</a:t>
          </a:r>
          <a:endParaRPr lang="en-IN" dirty="0"/>
        </a:p>
      </dgm:t>
    </dgm:pt>
    <dgm:pt modelId="{01F3B962-C709-4BC3-94B3-041E64794247}" type="parTrans" cxnId="{F8CA34EF-6D47-4802-B760-9034200C21BA}">
      <dgm:prSet/>
      <dgm:spPr/>
      <dgm:t>
        <a:bodyPr/>
        <a:lstStyle/>
        <a:p>
          <a:endParaRPr lang="en-IN"/>
        </a:p>
      </dgm:t>
    </dgm:pt>
    <dgm:pt modelId="{B0728571-2F0E-4F6A-8C59-21152B367D98}" type="sibTrans" cxnId="{F8CA34EF-6D47-4802-B760-9034200C21BA}">
      <dgm:prSet/>
      <dgm:spPr/>
      <dgm:t>
        <a:bodyPr/>
        <a:lstStyle/>
        <a:p>
          <a:endParaRPr lang="en-IN"/>
        </a:p>
      </dgm:t>
    </dgm:pt>
    <dgm:pt modelId="{C2C9A77D-4F09-4CFE-8028-8206D8FE77A0}" type="pres">
      <dgm:prSet presAssocID="{2FE3950D-A97D-4665-B316-3D9BB9FA52AC}" presName="vert0" presStyleCnt="0">
        <dgm:presLayoutVars>
          <dgm:dir/>
          <dgm:animOne val="branch"/>
          <dgm:animLvl val="lvl"/>
        </dgm:presLayoutVars>
      </dgm:prSet>
      <dgm:spPr/>
    </dgm:pt>
    <dgm:pt modelId="{9E57C259-95C7-444A-990C-4BC7F292A5E7}" type="pres">
      <dgm:prSet presAssocID="{746A8473-86F5-4E34-9C1A-0AC97830AA80}" presName="thickLine" presStyleLbl="alignNode1" presStyleIdx="0" presStyleCnt="3"/>
      <dgm:spPr/>
    </dgm:pt>
    <dgm:pt modelId="{3C234FC6-39A3-40A4-8222-D2A09BB95BFC}" type="pres">
      <dgm:prSet presAssocID="{746A8473-86F5-4E34-9C1A-0AC97830AA80}" presName="horz1" presStyleCnt="0"/>
      <dgm:spPr/>
    </dgm:pt>
    <dgm:pt modelId="{05B0CC91-A206-44DA-97B8-CE53660DA1BE}" type="pres">
      <dgm:prSet presAssocID="{746A8473-86F5-4E34-9C1A-0AC97830AA80}" presName="tx1" presStyleLbl="revTx" presStyleIdx="0" presStyleCnt="12"/>
      <dgm:spPr/>
    </dgm:pt>
    <dgm:pt modelId="{5F90F867-795C-4180-9A0B-7A1B4D9E4397}" type="pres">
      <dgm:prSet presAssocID="{746A8473-86F5-4E34-9C1A-0AC97830AA80}" presName="vert1" presStyleCnt="0"/>
      <dgm:spPr/>
    </dgm:pt>
    <dgm:pt modelId="{29FAAEAE-1A06-4C98-9272-C91F65AF57A8}" type="pres">
      <dgm:prSet presAssocID="{92503FF5-8784-43B0-BBD7-60DD3B3B5616}" presName="vertSpace2a" presStyleCnt="0"/>
      <dgm:spPr/>
    </dgm:pt>
    <dgm:pt modelId="{57AFB73D-807D-4FD7-A70C-732D8ED12980}" type="pres">
      <dgm:prSet presAssocID="{92503FF5-8784-43B0-BBD7-60DD3B3B5616}" presName="horz2" presStyleCnt="0"/>
      <dgm:spPr/>
    </dgm:pt>
    <dgm:pt modelId="{4AE51C1F-C865-4CF4-B8B0-DEC2AB9A6588}" type="pres">
      <dgm:prSet presAssocID="{92503FF5-8784-43B0-BBD7-60DD3B3B5616}" presName="horzSpace2" presStyleCnt="0"/>
      <dgm:spPr/>
    </dgm:pt>
    <dgm:pt modelId="{A1BDD5DB-F227-4EE4-95C0-B69E2256E468}" type="pres">
      <dgm:prSet presAssocID="{92503FF5-8784-43B0-BBD7-60DD3B3B5616}" presName="tx2" presStyleLbl="revTx" presStyleIdx="1" presStyleCnt="12"/>
      <dgm:spPr/>
    </dgm:pt>
    <dgm:pt modelId="{B3BC2A09-38AB-4FD3-918C-DC794F4F1093}" type="pres">
      <dgm:prSet presAssocID="{92503FF5-8784-43B0-BBD7-60DD3B3B5616}" presName="vert2" presStyleCnt="0"/>
      <dgm:spPr/>
    </dgm:pt>
    <dgm:pt modelId="{01BD419E-1BCC-4847-BD3B-43CCD2E13287}" type="pres">
      <dgm:prSet presAssocID="{92503FF5-8784-43B0-BBD7-60DD3B3B5616}" presName="thinLine2b" presStyleLbl="callout" presStyleIdx="0" presStyleCnt="9"/>
      <dgm:spPr/>
    </dgm:pt>
    <dgm:pt modelId="{9AFE4A55-FBAB-42C8-A7E2-426F2DDFCE37}" type="pres">
      <dgm:prSet presAssocID="{92503FF5-8784-43B0-BBD7-60DD3B3B5616}" presName="vertSpace2b" presStyleCnt="0"/>
      <dgm:spPr/>
    </dgm:pt>
    <dgm:pt modelId="{01E9DBA2-F3C8-446F-AEE7-03EB4CFF0791}" type="pres">
      <dgm:prSet presAssocID="{1E776078-7D68-44DA-890D-3908C9EC5D11}" presName="horz2" presStyleCnt="0"/>
      <dgm:spPr/>
    </dgm:pt>
    <dgm:pt modelId="{9B8CB679-99D6-4705-93CB-97D86E935240}" type="pres">
      <dgm:prSet presAssocID="{1E776078-7D68-44DA-890D-3908C9EC5D11}" presName="horzSpace2" presStyleCnt="0"/>
      <dgm:spPr/>
    </dgm:pt>
    <dgm:pt modelId="{1CB1B45C-9201-4EB6-A9C3-5A5D3E5AD75B}" type="pres">
      <dgm:prSet presAssocID="{1E776078-7D68-44DA-890D-3908C9EC5D11}" presName="tx2" presStyleLbl="revTx" presStyleIdx="2" presStyleCnt="12"/>
      <dgm:spPr/>
    </dgm:pt>
    <dgm:pt modelId="{1A347ED5-BD4D-4174-886F-278FD7744F71}" type="pres">
      <dgm:prSet presAssocID="{1E776078-7D68-44DA-890D-3908C9EC5D11}" presName="vert2" presStyleCnt="0"/>
      <dgm:spPr/>
    </dgm:pt>
    <dgm:pt modelId="{839B948B-5B44-4712-98D4-C2C05AF50DE8}" type="pres">
      <dgm:prSet presAssocID="{1E776078-7D68-44DA-890D-3908C9EC5D11}" presName="thinLine2b" presStyleLbl="callout" presStyleIdx="1" presStyleCnt="9"/>
      <dgm:spPr/>
    </dgm:pt>
    <dgm:pt modelId="{CDF7F6E7-6B2C-4A49-A251-D5A0DAF79D54}" type="pres">
      <dgm:prSet presAssocID="{1E776078-7D68-44DA-890D-3908C9EC5D11}" presName="vertSpace2b" presStyleCnt="0"/>
      <dgm:spPr/>
    </dgm:pt>
    <dgm:pt modelId="{9126F22E-9291-4A94-883D-FC9C484D2D02}" type="pres">
      <dgm:prSet presAssocID="{D3D348FC-CE20-4DFF-9F51-B433A3279DA5}" presName="horz2" presStyleCnt="0"/>
      <dgm:spPr/>
    </dgm:pt>
    <dgm:pt modelId="{BE810984-18DE-4BFF-B6A9-2F02DCD12A73}" type="pres">
      <dgm:prSet presAssocID="{D3D348FC-CE20-4DFF-9F51-B433A3279DA5}" presName="horzSpace2" presStyleCnt="0"/>
      <dgm:spPr/>
    </dgm:pt>
    <dgm:pt modelId="{2218394F-CB24-4DC0-B308-AD238D229B44}" type="pres">
      <dgm:prSet presAssocID="{D3D348FC-CE20-4DFF-9F51-B433A3279DA5}" presName="tx2" presStyleLbl="revTx" presStyleIdx="3" presStyleCnt="12"/>
      <dgm:spPr/>
    </dgm:pt>
    <dgm:pt modelId="{97A28C0E-1D40-4859-9FD6-48BC67119DA9}" type="pres">
      <dgm:prSet presAssocID="{D3D348FC-CE20-4DFF-9F51-B433A3279DA5}" presName="vert2" presStyleCnt="0"/>
      <dgm:spPr/>
    </dgm:pt>
    <dgm:pt modelId="{FA825284-A08B-4C43-8C80-A56D77328A93}" type="pres">
      <dgm:prSet presAssocID="{D3D348FC-CE20-4DFF-9F51-B433A3279DA5}" presName="thinLine2b" presStyleLbl="callout" presStyleIdx="2" presStyleCnt="9"/>
      <dgm:spPr/>
    </dgm:pt>
    <dgm:pt modelId="{397F2CA8-F3B0-48F0-8400-9EEA99BDE84A}" type="pres">
      <dgm:prSet presAssocID="{D3D348FC-CE20-4DFF-9F51-B433A3279DA5}" presName="vertSpace2b" presStyleCnt="0"/>
      <dgm:spPr/>
    </dgm:pt>
    <dgm:pt modelId="{83BF560B-4040-47C9-8FD1-5786D488EF24}" type="pres">
      <dgm:prSet presAssocID="{1BE72C36-0005-4928-AF71-F0489117DB1C}" presName="thickLine" presStyleLbl="alignNode1" presStyleIdx="1" presStyleCnt="3"/>
      <dgm:spPr/>
    </dgm:pt>
    <dgm:pt modelId="{63ACBC5A-A1DB-40D7-B664-DADC5453D849}" type="pres">
      <dgm:prSet presAssocID="{1BE72C36-0005-4928-AF71-F0489117DB1C}" presName="horz1" presStyleCnt="0"/>
      <dgm:spPr/>
    </dgm:pt>
    <dgm:pt modelId="{B478CB05-267D-4962-9331-C2C1AC4A50DE}" type="pres">
      <dgm:prSet presAssocID="{1BE72C36-0005-4928-AF71-F0489117DB1C}" presName="tx1" presStyleLbl="revTx" presStyleIdx="4" presStyleCnt="12"/>
      <dgm:spPr/>
    </dgm:pt>
    <dgm:pt modelId="{D4F2CF14-FA5C-421D-BD43-88F8D6838533}" type="pres">
      <dgm:prSet presAssocID="{1BE72C36-0005-4928-AF71-F0489117DB1C}" presName="vert1" presStyleCnt="0"/>
      <dgm:spPr/>
    </dgm:pt>
    <dgm:pt modelId="{B12056BC-84C8-48F3-9699-5F621804EE01}" type="pres">
      <dgm:prSet presAssocID="{0D0FDA45-99B4-4686-BFDA-C0FF67053019}" presName="vertSpace2a" presStyleCnt="0"/>
      <dgm:spPr/>
    </dgm:pt>
    <dgm:pt modelId="{C95AF41F-B00B-4A25-AE2D-001DAA152A17}" type="pres">
      <dgm:prSet presAssocID="{0D0FDA45-99B4-4686-BFDA-C0FF67053019}" presName="horz2" presStyleCnt="0"/>
      <dgm:spPr/>
    </dgm:pt>
    <dgm:pt modelId="{A1FDF528-643F-4907-8BB7-CE88540F937C}" type="pres">
      <dgm:prSet presAssocID="{0D0FDA45-99B4-4686-BFDA-C0FF67053019}" presName="horzSpace2" presStyleCnt="0"/>
      <dgm:spPr/>
    </dgm:pt>
    <dgm:pt modelId="{ED913C5B-4404-4CEF-A0A2-DDF3A2A81E78}" type="pres">
      <dgm:prSet presAssocID="{0D0FDA45-99B4-4686-BFDA-C0FF67053019}" presName="tx2" presStyleLbl="revTx" presStyleIdx="5" presStyleCnt="12"/>
      <dgm:spPr/>
    </dgm:pt>
    <dgm:pt modelId="{475EB7B9-309A-4DD5-89D1-A24A9A35A8CA}" type="pres">
      <dgm:prSet presAssocID="{0D0FDA45-99B4-4686-BFDA-C0FF67053019}" presName="vert2" presStyleCnt="0"/>
      <dgm:spPr/>
    </dgm:pt>
    <dgm:pt modelId="{953AE1CE-DD98-4467-8EE1-260A7176C3EF}" type="pres">
      <dgm:prSet presAssocID="{0D0FDA45-99B4-4686-BFDA-C0FF67053019}" presName="thinLine2b" presStyleLbl="callout" presStyleIdx="3" presStyleCnt="9"/>
      <dgm:spPr/>
    </dgm:pt>
    <dgm:pt modelId="{4F00A0D7-715F-4079-BC64-061966F14E48}" type="pres">
      <dgm:prSet presAssocID="{0D0FDA45-99B4-4686-BFDA-C0FF67053019}" presName="vertSpace2b" presStyleCnt="0"/>
      <dgm:spPr/>
    </dgm:pt>
    <dgm:pt modelId="{C8DE5B65-2274-4C1E-A385-F07A784CC372}" type="pres">
      <dgm:prSet presAssocID="{1509FC9B-4693-43DC-AAB1-56E6DA04F453}" presName="horz2" presStyleCnt="0"/>
      <dgm:spPr/>
    </dgm:pt>
    <dgm:pt modelId="{578342B5-3835-4205-9B70-3BC5A2702257}" type="pres">
      <dgm:prSet presAssocID="{1509FC9B-4693-43DC-AAB1-56E6DA04F453}" presName="horzSpace2" presStyleCnt="0"/>
      <dgm:spPr/>
    </dgm:pt>
    <dgm:pt modelId="{8C61B8AE-47D8-4682-BB22-C1175221B4EB}" type="pres">
      <dgm:prSet presAssocID="{1509FC9B-4693-43DC-AAB1-56E6DA04F453}" presName="tx2" presStyleLbl="revTx" presStyleIdx="6" presStyleCnt="12"/>
      <dgm:spPr/>
    </dgm:pt>
    <dgm:pt modelId="{637BA64E-9ED8-481F-8209-2DD7B2EF6107}" type="pres">
      <dgm:prSet presAssocID="{1509FC9B-4693-43DC-AAB1-56E6DA04F453}" presName="vert2" presStyleCnt="0"/>
      <dgm:spPr/>
    </dgm:pt>
    <dgm:pt modelId="{86243E2E-756D-4549-A3E3-B045A31F28B7}" type="pres">
      <dgm:prSet presAssocID="{1509FC9B-4693-43DC-AAB1-56E6DA04F453}" presName="thinLine2b" presStyleLbl="callout" presStyleIdx="4" presStyleCnt="9"/>
      <dgm:spPr/>
    </dgm:pt>
    <dgm:pt modelId="{8CC40860-129D-456B-BD5F-C287B7BE6F65}" type="pres">
      <dgm:prSet presAssocID="{1509FC9B-4693-43DC-AAB1-56E6DA04F453}" presName="vertSpace2b" presStyleCnt="0"/>
      <dgm:spPr/>
    </dgm:pt>
    <dgm:pt modelId="{5784CB51-9614-4B19-8A8C-EC785FEF8941}" type="pres">
      <dgm:prSet presAssocID="{B126DA80-D798-427C-8357-6DD4A2A71968}" presName="horz2" presStyleCnt="0"/>
      <dgm:spPr/>
    </dgm:pt>
    <dgm:pt modelId="{AFA3942F-2FB7-490C-8EEA-E7D55C6C559C}" type="pres">
      <dgm:prSet presAssocID="{B126DA80-D798-427C-8357-6DD4A2A71968}" presName="horzSpace2" presStyleCnt="0"/>
      <dgm:spPr/>
    </dgm:pt>
    <dgm:pt modelId="{DA21FE09-E500-46AC-8D3A-DAC94D378352}" type="pres">
      <dgm:prSet presAssocID="{B126DA80-D798-427C-8357-6DD4A2A71968}" presName="tx2" presStyleLbl="revTx" presStyleIdx="7" presStyleCnt="12"/>
      <dgm:spPr/>
    </dgm:pt>
    <dgm:pt modelId="{8A31EA6A-65FC-4F14-BD06-39AC3ECEE7CE}" type="pres">
      <dgm:prSet presAssocID="{B126DA80-D798-427C-8357-6DD4A2A71968}" presName="vert2" presStyleCnt="0"/>
      <dgm:spPr/>
    </dgm:pt>
    <dgm:pt modelId="{A8C7C8B9-A172-4322-9F8C-F60469ED979B}" type="pres">
      <dgm:prSet presAssocID="{B126DA80-D798-427C-8357-6DD4A2A71968}" presName="thinLine2b" presStyleLbl="callout" presStyleIdx="5" presStyleCnt="9"/>
      <dgm:spPr/>
    </dgm:pt>
    <dgm:pt modelId="{F51281E0-D948-4E9D-A2F6-4E52D358F7F5}" type="pres">
      <dgm:prSet presAssocID="{B126DA80-D798-427C-8357-6DD4A2A71968}" presName="vertSpace2b" presStyleCnt="0"/>
      <dgm:spPr/>
    </dgm:pt>
    <dgm:pt modelId="{D99071E0-4A47-4D51-B2EE-DFA4606CBB52}" type="pres">
      <dgm:prSet presAssocID="{996FD7AE-269A-4306-AB82-8056E467D3BB}" presName="thickLine" presStyleLbl="alignNode1" presStyleIdx="2" presStyleCnt="3"/>
      <dgm:spPr/>
    </dgm:pt>
    <dgm:pt modelId="{C500BA3A-F0DD-415B-8889-0BA07C93FD06}" type="pres">
      <dgm:prSet presAssocID="{996FD7AE-269A-4306-AB82-8056E467D3BB}" presName="horz1" presStyleCnt="0"/>
      <dgm:spPr/>
    </dgm:pt>
    <dgm:pt modelId="{23A4ACC4-E894-4558-ACBE-AC30146B99F9}" type="pres">
      <dgm:prSet presAssocID="{996FD7AE-269A-4306-AB82-8056E467D3BB}" presName="tx1" presStyleLbl="revTx" presStyleIdx="8" presStyleCnt="12"/>
      <dgm:spPr/>
    </dgm:pt>
    <dgm:pt modelId="{242B518B-2912-4983-B666-8D613A112561}" type="pres">
      <dgm:prSet presAssocID="{996FD7AE-269A-4306-AB82-8056E467D3BB}" presName="vert1" presStyleCnt="0"/>
      <dgm:spPr/>
    </dgm:pt>
    <dgm:pt modelId="{2EBD9935-5B4E-4695-96D6-51D86DD076F1}" type="pres">
      <dgm:prSet presAssocID="{7DDBC557-E054-4FEE-8AFA-881F2CA024D8}" presName="vertSpace2a" presStyleCnt="0"/>
      <dgm:spPr/>
    </dgm:pt>
    <dgm:pt modelId="{DB6FBC71-FF4D-4969-ACA8-0F61A676C1DA}" type="pres">
      <dgm:prSet presAssocID="{7DDBC557-E054-4FEE-8AFA-881F2CA024D8}" presName="horz2" presStyleCnt="0"/>
      <dgm:spPr/>
    </dgm:pt>
    <dgm:pt modelId="{29F5D7DB-0E00-45CB-94D9-39FF125B2CA4}" type="pres">
      <dgm:prSet presAssocID="{7DDBC557-E054-4FEE-8AFA-881F2CA024D8}" presName="horzSpace2" presStyleCnt="0"/>
      <dgm:spPr/>
    </dgm:pt>
    <dgm:pt modelId="{1E80C693-6B86-41B8-96BB-4D30A89810F5}" type="pres">
      <dgm:prSet presAssocID="{7DDBC557-E054-4FEE-8AFA-881F2CA024D8}" presName="tx2" presStyleLbl="revTx" presStyleIdx="9" presStyleCnt="12"/>
      <dgm:spPr/>
    </dgm:pt>
    <dgm:pt modelId="{8A3BBD40-8BB4-442E-8982-165776D09332}" type="pres">
      <dgm:prSet presAssocID="{7DDBC557-E054-4FEE-8AFA-881F2CA024D8}" presName="vert2" presStyleCnt="0"/>
      <dgm:spPr/>
    </dgm:pt>
    <dgm:pt modelId="{924F4524-5306-48FA-9983-56BC9ED9AC3A}" type="pres">
      <dgm:prSet presAssocID="{7DDBC557-E054-4FEE-8AFA-881F2CA024D8}" presName="thinLine2b" presStyleLbl="callout" presStyleIdx="6" presStyleCnt="9"/>
      <dgm:spPr/>
    </dgm:pt>
    <dgm:pt modelId="{97DB70FC-D1B3-4811-B458-7AAE1EC60711}" type="pres">
      <dgm:prSet presAssocID="{7DDBC557-E054-4FEE-8AFA-881F2CA024D8}" presName="vertSpace2b" presStyleCnt="0"/>
      <dgm:spPr/>
    </dgm:pt>
    <dgm:pt modelId="{9E503F47-20DF-4A2C-9F31-EA23E2EF9C5E}" type="pres">
      <dgm:prSet presAssocID="{34A31539-BE5C-4FA4-BF74-06897E5B151E}" presName="horz2" presStyleCnt="0"/>
      <dgm:spPr/>
    </dgm:pt>
    <dgm:pt modelId="{8CBF7171-81B4-4AFF-859A-4A951A3AB5E4}" type="pres">
      <dgm:prSet presAssocID="{34A31539-BE5C-4FA4-BF74-06897E5B151E}" presName="horzSpace2" presStyleCnt="0"/>
      <dgm:spPr/>
    </dgm:pt>
    <dgm:pt modelId="{D68D08FA-6A3E-43BC-B3FF-2D81E666B475}" type="pres">
      <dgm:prSet presAssocID="{34A31539-BE5C-4FA4-BF74-06897E5B151E}" presName="tx2" presStyleLbl="revTx" presStyleIdx="10" presStyleCnt="12"/>
      <dgm:spPr/>
    </dgm:pt>
    <dgm:pt modelId="{B9174664-C382-4AF9-B48B-4C9CBBB437F5}" type="pres">
      <dgm:prSet presAssocID="{34A31539-BE5C-4FA4-BF74-06897E5B151E}" presName="vert2" presStyleCnt="0"/>
      <dgm:spPr/>
    </dgm:pt>
    <dgm:pt modelId="{FE655A5C-069A-4F05-882A-2AC8616A4D38}" type="pres">
      <dgm:prSet presAssocID="{34A31539-BE5C-4FA4-BF74-06897E5B151E}" presName="thinLine2b" presStyleLbl="callout" presStyleIdx="7" presStyleCnt="9"/>
      <dgm:spPr/>
    </dgm:pt>
    <dgm:pt modelId="{8C477369-A086-41AE-9A85-C786A9F76C0D}" type="pres">
      <dgm:prSet presAssocID="{34A31539-BE5C-4FA4-BF74-06897E5B151E}" presName="vertSpace2b" presStyleCnt="0"/>
      <dgm:spPr/>
    </dgm:pt>
    <dgm:pt modelId="{DF5FE327-9AD6-47E2-A493-7F69146F05BC}" type="pres">
      <dgm:prSet presAssocID="{7A4C17A4-F378-4932-A146-662A1B15A785}" presName="horz2" presStyleCnt="0"/>
      <dgm:spPr/>
    </dgm:pt>
    <dgm:pt modelId="{D41E54B3-7206-4AE9-A283-558EFDF4051C}" type="pres">
      <dgm:prSet presAssocID="{7A4C17A4-F378-4932-A146-662A1B15A785}" presName="horzSpace2" presStyleCnt="0"/>
      <dgm:spPr/>
    </dgm:pt>
    <dgm:pt modelId="{9A08560B-2D89-4D05-92CA-574DEB2DAE6C}" type="pres">
      <dgm:prSet presAssocID="{7A4C17A4-F378-4932-A146-662A1B15A785}" presName="tx2" presStyleLbl="revTx" presStyleIdx="11" presStyleCnt="12"/>
      <dgm:spPr/>
    </dgm:pt>
    <dgm:pt modelId="{E4F5EB08-542A-41D4-BA56-8B967F510E03}" type="pres">
      <dgm:prSet presAssocID="{7A4C17A4-F378-4932-A146-662A1B15A785}" presName="vert2" presStyleCnt="0"/>
      <dgm:spPr/>
    </dgm:pt>
    <dgm:pt modelId="{0F20EDDA-2A78-4188-9F04-C94F37C752FE}" type="pres">
      <dgm:prSet presAssocID="{7A4C17A4-F378-4932-A146-662A1B15A785}" presName="thinLine2b" presStyleLbl="callout" presStyleIdx="8" presStyleCnt="9"/>
      <dgm:spPr/>
    </dgm:pt>
    <dgm:pt modelId="{B55D9BF8-0DBA-49F4-BBE9-3D88266B848C}" type="pres">
      <dgm:prSet presAssocID="{7A4C17A4-F378-4932-A146-662A1B15A785}" presName="vertSpace2b" presStyleCnt="0"/>
      <dgm:spPr/>
    </dgm:pt>
  </dgm:ptLst>
  <dgm:cxnLst>
    <dgm:cxn modelId="{37E81B0D-CFFE-4B07-991B-EFAF01D0E410}" srcId="{746A8473-86F5-4E34-9C1A-0AC97830AA80}" destId="{1E776078-7D68-44DA-890D-3908C9EC5D11}" srcOrd="1" destOrd="0" parTransId="{92A851D0-6322-43EE-A013-C28EC8757B63}" sibTransId="{8B273A14-3543-4D68-9EF1-2E19894B5429}"/>
    <dgm:cxn modelId="{A472530D-7B59-4744-8689-7FB6250340F7}" type="presOf" srcId="{B126DA80-D798-427C-8357-6DD4A2A71968}" destId="{DA21FE09-E500-46AC-8D3A-DAC94D378352}" srcOrd="0" destOrd="0" presId="urn:microsoft.com/office/officeart/2008/layout/LinedList"/>
    <dgm:cxn modelId="{A5CD4B1B-4291-40C6-8566-27BF09869FA9}" type="presOf" srcId="{746A8473-86F5-4E34-9C1A-0AC97830AA80}" destId="{05B0CC91-A206-44DA-97B8-CE53660DA1BE}" srcOrd="0" destOrd="0" presId="urn:microsoft.com/office/officeart/2008/layout/LinedList"/>
    <dgm:cxn modelId="{8ED0F81D-4AC5-43E3-9CB1-D90BDD449612}" type="presOf" srcId="{1509FC9B-4693-43DC-AAB1-56E6DA04F453}" destId="{8C61B8AE-47D8-4682-BB22-C1175221B4EB}" srcOrd="0" destOrd="0" presId="urn:microsoft.com/office/officeart/2008/layout/LinedList"/>
    <dgm:cxn modelId="{D84A4226-3260-45E3-B7F2-17A92CFD3E6F}" srcId="{2FE3950D-A97D-4665-B316-3D9BB9FA52AC}" destId="{996FD7AE-269A-4306-AB82-8056E467D3BB}" srcOrd="2" destOrd="0" parTransId="{4E7FDB9C-59E2-4241-9868-88E75C90AE91}" sibTransId="{3038CA55-77BF-45C0-9FBE-99DCE975758D}"/>
    <dgm:cxn modelId="{D948062A-D0E1-47D8-A26E-934F246D3560}" type="presOf" srcId="{996FD7AE-269A-4306-AB82-8056E467D3BB}" destId="{23A4ACC4-E894-4558-ACBE-AC30146B99F9}" srcOrd="0" destOrd="0" presId="urn:microsoft.com/office/officeart/2008/layout/LinedList"/>
    <dgm:cxn modelId="{1D13E02B-6C2D-4E2A-8198-B53482C08CA1}" srcId="{2FE3950D-A97D-4665-B316-3D9BB9FA52AC}" destId="{746A8473-86F5-4E34-9C1A-0AC97830AA80}" srcOrd="0" destOrd="0" parTransId="{06FEC664-D0C2-4D7C-84FD-D1F61AE13379}" sibTransId="{3F3AB38E-B0FD-495B-ACC6-99BC58BD9192}"/>
    <dgm:cxn modelId="{A9EF6765-6160-4814-9B4D-5BC2BAEE4889}" srcId="{1BE72C36-0005-4928-AF71-F0489117DB1C}" destId="{1509FC9B-4693-43DC-AAB1-56E6DA04F453}" srcOrd="1" destOrd="0" parTransId="{4C52CEBC-9913-4255-9128-36C08C55394C}" sibTransId="{26FBAB49-F3E2-479E-80DA-54AA312C50C8}"/>
    <dgm:cxn modelId="{0E36B46F-4FCD-4DE0-8054-82D8B7737904}" srcId="{1BE72C36-0005-4928-AF71-F0489117DB1C}" destId="{0D0FDA45-99B4-4686-BFDA-C0FF67053019}" srcOrd="0" destOrd="0" parTransId="{E2CC884C-7F61-4C4C-A1EA-2A42CF2CDE4F}" sibTransId="{8C21FF1B-1C79-4F1B-BD0A-394CD4AC48F4}"/>
    <dgm:cxn modelId="{83126170-5310-4EA6-A517-FF24EE627E68}" type="presOf" srcId="{0D0FDA45-99B4-4686-BFDA-C0FF67053019}" destId="{ED913C5B-4404-4CEF-A0A2-DDF3A2A81E78}" srcOrd="0" destOrd="0" presId="urn:microsoft.com/office/officeart/2008/layout/LinedList"/>
    <dgm:cxn modelId="{29D60073-7555-40C7-803A-2D1F2849018F}" srcId="{2FE3950D-A97D-4665-B316-3D9BB9FA52AC}" destId="{1BE72C36-0005-4928-AF71-F0489117DB1C}" srcOrd="1" destOrd="0" parTransId="{996D0424-B0E0-474D-B436-FD71B19354D1}" sibTransId="{699641B6-89B4-4646-B229-85B214C2BD70}"/>
    <dgm:cxn modelId="{CEFA8E87-F994-4117-BF23-0D4352485A56}" type="presOf" srcId="{1BE72C36-0005-4928-AF71-F0489117DB1C}" destId="{B478CB05-267D-4962-9331-C2C1AC4A50DE}" srcOrd="0" destOrd="0" presId="urn:microsoft.com/office/officeart/2008/layout/LinedList"/>
    <dgm:cxn modelId="{80E04F94-7857-4A75-8847-869BB359D1B0}" type="presOf" srcId="{D3D348FC-CE20-4DFF-9F51-B433A3279DA5}" destId="{2218394F-CB24-4DC0-B308-AD238D229B44}" srcOrd="0" destOrd="0" presId="urn:microsoft.com/office/officeart/2008/layout/LinedList"/>
    <dgm:cxn modelId="{DE0C52A7-A7C4-4C2C-B17A-3AB6278AF803}" type="presOf" srcId="{92503FF5-8784-43B0-BBD7-60DD3B3B5616}" destId="{A1BDD5DB-F227-4EE4-95C0-B69E2256E468}" srcOrd="0" destOrd="0" presId="urn:microsoft.com/office/officeart/2008/layout/LinedList"/>
    <dgm:cxn modelId="{C84258BC-4E0B-4D89-B558-8293CDD54866}" srcId="{746A8473-86F5-4E34-9C1A-0AC97830AA80}" destId="{D3D348FC-CE20-4DFF-9F51-B433A3279DA5}" srcOrd="2" destOrd="0" parTransId="{2D2E2B7D-6985-40F7-A53C-C1B384F4C733}" sibTransId="{3D69FF1D-84DA-45B7-BF60-806D13AA282D}"/>
    <dgm:cxn modelId="{AFDC12CC-23EA-4A2A-8EE9-69B12CC1889C}" srcId="{1BE72C36-0005-4928-AF71-F0489117DB1C}" destId="{B126DA80-D798-427C-8357-6DD4A2A71968}" srcOrd="2" destOrd="0" parTransId="{8489582D-790D-4AA0-8F90-BA54E77B2E8B}" sibTransId="{ECD5C218-263B-438C-AEAA-3CF0F79A6FF0}"/>
    <dgm:cxn modelId="{3EA7C9CD-5783-4044-8889-92E1FD198BB5}" type="presOf" srcId="{34A31539-BE5C-4FA4-BF74-06897E5B151E}" destId="{D68D08FA-6A3E-43BC-B3FF-2D81E666B475}" srcOrd="0" destOrd="0" presId="urn:microsoft.com/office/officeart/2008/layout/LinedList"/>
    <dgm:cxn modelId="{931CAFD4-923E-4B2D-9E06-B7012DFF4D3E}" type="presOf" srcId="{7A4C17A4-F378-4932-A146-662A1B15A785}" destId="{9A08560B-2D89-4D05-92CA-574DEB2DAE6C}" srcOrd="0" destOrd="0" presId="urn:microsoft.com/office/officeart/2008/layout/LinedList"/>
    <dgm:cxn modelId="{C9FD95DB-A5E5-4F19-BAFD-B68BB1F20EFE}" type="presOf" srcId="{1E776078-7D68-44DA-890D-3908C9EC5D11}" destId="{1CB1B45C-9201-4EB6-A9C3-5A5D3E5AD75B}" srcOrd="0" destOrd="0" presId="urn:microsoft.com/office/officeart/2008/layout/LinedList"/>
    <dgm:cxn modelId="{910908E3-A8B8-422C-90C7-6BE43F110B63}" srcId="{746A8473-86F5-4E34-9C1A-0AC97830AA80}" destId="{92503FF5-8784-43B0-BBD7-60DD3B3B5616}" srcOrd="0" destOrd="0" parTransId="{1230C6D8-2017-495A-821B-0EB6037702EF}" sibTransId="{A3858C7D-1138-4CB9-BCAE-F329417CC721}"/>
    <dgm:cxn modelId="{0618B3E9-D549-4542-82A9-90A9CF6D8462}" type="presOf" srcId="{7DDBC557-E054-4FEE-8AFA-881F2CA024D8}" destId="{1E80C693-6B86-41B8-96BB-4D30A89810F5}" srcOrd="0" destOrd="0" presId="urn:microsoft.com/office/officeart/2008/layout/LinedList"/>
    <dgm:cxn modelId="{BD42F4EB-A797-4047-9194-ED22A1D5F401}" srcId="{996FD7AE-269A-4306-AB82-8056E467D3BB}" destId="{7DDBC557-E054-4FEE-8AFA-881F2CA024D8}" srcOrd="0" destOrd="0" parTransId="{F75D7329-8115-40EA-BA39-24385E66B4E0}" sibTransId="{7AD533B9-E1CF-40D4-9612-05ECA414C462}"/>
    <dgm:cxn modelId="{F8CA34EF-6D47-4802-B760-9034200C21BA}" srcId="{996FD7AE-269A-4306-AB82-8056E467D3BB}" destId="{7A4C17A4-F378-4932-A146-662A1B15A785}" srcOrd="2" destOrd="0" parTransId="{01F3B962-C709-4BC3-94B3-041E64794247}" sibTransId="{B0728571-2F0E-4F6A-8C59-21152B367D98}"/>
    <dgm:cxn modelId="{664545FC-6755-4CB9-96FF-4DBDA38D1097}" srcId="{996FD7AE-269A-4306-AB82-8056E467D3BB}" destId="{34A31539-BE5C-4FA4-BF74-06897E5B151E}" srcOrd="1" destOrd="0" parTransId="{9B7EA9EB-782D-473B-A4B9-BA1253BA5E98}" sibTransId="{47D1B80F-8E2C-4C08-92D4-B3A28AC27C7F}"/>
    <dgm:cxn modelId="{67810EFE-8E3E-4378-8B9B-3B6621E2E445}" type="presOf" srcId="{2FE3950D-A97D-4665-B316-3D9BB9FA52AC}" destId="{C2C9A77D-4F09-4CFE-8028-8206D8FE77A0}" srcOrd="0" destOrd="0" presId="urn:microsoft.com/office/officeart/2008/layout/LinedList"/>
    <dgm:cxn modelId="{9AE5F029-AB6F-49AC-AC8C-DB22C46EBC39}" type="presParOf" srcId="{C2C9A77D-4F09-4CFE-8028-8206D8FE77A0}" destId="{9E57C259-95C7-444A-990C-4BC7F292A5E7}" srcOrd="0" destOrd="0" presId="urn:microsoft.com/office/officeart/2008/layout/LinedList"/>
    <dgm:cxn modelId="{A342BA8C-CDA9-4661-A1A9-E1C59F7908F0}" type="presParOf" srcId="{C2C9A77D-4F09-4CFE-8028-8206D8FE77A0}" destId="{3C234FC6-39A3-40A4-8222-D2A09BB95BFC}" srcOrd="1" destOrd="0" presId="urn:microsoft.com/office/officeart/2008/layout/LinedList"/>
    <dgm:cxn modelId="{B3E12663-DF3A-435F-AEB6-5ADE66F42CB0}" type="presParOf" srcId="{3C234FC6-39A3-40A4-8222-D2A09BB95BFC}" destId="{05B0CC91-A206-44DA-97B8-CE53660DA1BE}" srcOrd="0" destOrd="0" presId="urn:microsoft.com/office/officeart/2008/layout/LinedList"/>
    <dgm:cxn modelId="{F1E0BD9D-851D-476D-841F-8961DB24F3EE}" type="presParOf" srcId="{3C234FC6-39A3-40A4-8222-D2A09BB95BFC}" destId="{5F90F867-795C-4180-9A0B-7A1B4D9E4397}" srcOrd="1" destOrd="0" presId="urn:microsoft.com/office/officeart/2008/layout/LinedList"/>
    <dgm:cxn modelId="{15C8712E-E535-488A-A639-F851CAB0EB91}" type="presParOf" srcId="{5F90F867-795C-4180-9A0B-7A1B4D9E4397}" destId="{29FAAEAE-1A06-4C98-9272-C91F65AF57A8}" srcOrd="0" destOrd="0" presId="urn:microsoft.com/office/officeart/2008/layout/LinedList"/>
    <dgm:cxn modelId="{84FC841B-46CA-477F-91A0-6AF19F988A58}" type="presParOf" srcId="{5F90F867-795C-4180-9A0B-7A1B4D9E4397}" destId="{57AFB73D-807D-4FD7-A70C-732D8ED12980}" srcOrd="1" destOrd="0" presId="urn:microsoft.com/office/officeart/2008/layout/LinedList"/>
    <dgm:cxn modelId="{A3A30B6A-9C5E-4A2C-8A8E-6EB6A321122D}" type="presParOf" srcId="{57AFB73D-807D-4FD7-A70C-732D8ED12980}" destId="{4AE51C1F-C865-4CF4-B8B0-DEC2AB9A6588}" srcOrd="0" destOrd="0" presId="urn:microsoft.com/office/officeart/2008/layout/LinedList"/>
    <dgm:cxn modelId="{F9F328F8-BE86-49DA-9693-051C3E37EB59}" type="presParOf" srcId="{57AFB73D-807D-4FD7-A70C-732D8ED12980}" destId="{A1BDD5DB-F227-4EE4-95C0-B69E2256E468}" srcOrd="1" destOrd="0" presId="urn:microsoft.com/office/officeart/2008/layout/LinedList"/>
    <dgm:cxn modelId="{DFE9DAFA-D653-42D9-8617-397951FCB2AC}" type="presParOf" srcId="{57AFB73D-807D-4FD7-A70C-732D8ED12980}" destId="{B3BC2A09-38AB-4FD3-918C-DC794F4F1093}" srcOrd="2" destOrd="0" presId="urn:microsoft.com/office/officeart/2008/layout/LinedList"/>
    <dgm:cxn modelId="{5A3B9463-5335-4387-B0BF-FE37D4E91A6A}" type="presParOf" srcId="{5F90F867-795C-4180-9A0B-7A1B4D9E4397}" destId="{01BD419E-1BCC-4847-BD3B-43CCD2E13287}" srcOrd="2" destOrd="0" presId="urn:microsoft.com/office/officeart/2008/layout/LinedList"/>
    <dgm:cxn modelId="{0268D937-E7C9-4F62-8EBA-4745A0A802D8}" type="presParOf" srcId="{5F90F867-795C-4180-9A0B-7A1B4D9E4397}" destId="{9AFE4A55-FBAB-42C8-A7E2-426F2DDFCE37}" srcOrd="3" destOrd="0" presId="urn:microsoft.com/office/officeart/2008/layout/LinedList"/>
    <dgm:cxn modelId="{2BB89EDA-6698-4FCD-9EA6-20CB334A0903}" type="presParOf" srcId="{5F90F867-795C-4180-9A0B-7A1B4D9E4397}" destId="{01E9DBA2-F3C8-446F-AEE7-03EB4CFF0791}" srcOrd="4" destOrd="0" presId="urn:microsoft.com/office/officeart/2008/layout/LinedList"/>
    <dgm:cxn modelId="{81BEC936-2D83-459C-9E8F-A617815B5D42}" type="presParOf" srcId="{01E9DBA2-F3C8-446F-AEE7-03EB4CFF0791}" destId="{9B8CB679-99D6-4705-93CB-97D86E935240}" srcOrd="0" destOrd="0" presId="urn:microsoft.com/office/officeart/2008/layout/LinedList"/>
    <dgm:cxn modelId="{A32B7341-BBF8-4C08-BB96-E2F47429FA77}" type="presParOf" srcId="{01E9DBA2-F3C8-446F-AEE7-03EB4CFF0791}" destId="{1CB1B45C-9201-4EB6-A9C3-5A5D3E5AD75B}" srcOrd="1" destOrd="0" presId="urn:microsoft.com/office/officeart/2008/layout/LinedList"/>
    <dgm:cxn modelId="{9EFCD6F6-5F23-41C9-AF41-BFD81F4E947F}" type="presParOf" srcId="{01E9DBA2-F3C8-446F-AEE7-03EB4CFF0791}" destId="{1A347ED5-BD4D-4174-886F-278FD7744F71}" srcOrd="2" destOrd="0" presId="urn:microsoft.com/office/officeart/2008/layout/LinedList"/>
    <dgm:cxn modelId="{2CC91E81-A389-484A-91FD-8C8797F693D1}" type="presParOf" srcId="{5F90F867-795C-4180-9A0B-7A1B4D9E4397}" destId="{839B948B-5B44-4712-98D4-C2C05AF50DE8}" srcOrd="5" destOrd="0" presId="urn:microsoft.com/office/officeart/2008/layout/LinedList"/>
    <dgm:cxn modelId="{C6C34AA9-767B-45F2-9E51-319B539EA680}" type="presParOf" srcId="{5F90F867-795C-4180-9A0B-7A1B4D9E4397}" destId="{CDF7F6E7-6B2C-4A49-A251-D5A0DAF79D54}" srcOrd="6" destOrd="0" presId="urn:microsoft.com/office/officeart/2008/layout/LinedList"/>
    <dgm:cxn modelId="{9FC17D57-D8CF-4019-BD9F-62A813C9CAD1}" type="presParOf" srcId="{5F90F867-795C-4180-9A0B-7A1B4D9E4397}" destId="{9126F22E-9291-4A94-883D-FC9C484D2D02}" srcOrd="7" destOrd="0" presId="urn:microsoft.com/office/officeart/2008/layout/LinedList"/>
    <dgm:cxn modelId="{2D6A0D10-AE04-4B47-9B15-9097DB38087D}" type="presParOf" srcId="{9126F22E-9291-4A94-883D-FC9C484D2D02}" destId="{BE810984-18DE-4BFF-B6A9-2F02DCD12A73}" srcOrd="0" destOrd="0" presId="urn:microsoft.com/office/officeart/2008/layout/LinedList"/>
    <dgm:cxn modelId="{2CFB2F1A-328B-47CA-905C-671D73D4FFCF}" type="presParOf" srcId="{9126F22E-9291-4A94-883D-FC9C484D2D02}" destId="{2218394F-CB24-4DC0-B308-AD238D229B44}" srcOrd="1" destOrd="0" presId="urn:microsoft.com/office/officeart/2008/layout/LinedList"/>
    <dgm:cxn modelId="{8E783D47-7117-4A67-86D4-81411AC3B77D}" type="presParOf" srcId="{9126F22E-9291-4A94-883D-FC9C484D2D02}" destId="{97A28C0E-1D40-4859-9FD6-48BC67119DA9}" srcOrd="2" destOrd="0" presId="urn:microsoft.com/office/officeart/2008/layout/LinedList"/>
    <dgm:cxn modelId="{A83DFF8D-42E8-4740-9048-F5BBB22341E3}" type="presParOf" srcId="{5F90F867-795C-4180-9A0B-7A1B4D9E4397}" destId="{FA825284-A08B-4C43-8C80-A56D77328A93}" srcOrd="8" destOrd="0" presId="urn:microsoft.com/office/officeart/2008/layout/LinedList"/>
    <dgm:cxn modelId="{2F7E1A98-28CD-4E4E-8815-1F571D75DFC3}" type="presParOf" srcId="{5F90F867-795C-4180-9A0B-7A1B4D9E4397}" destId="{397F2CA8-F3B0-48F0-8400-9EEA99BDE84A}" srcOrd="9" destOrd="0" presId="urn:microsoft.com/office/officeart/2008/layout/LinedList"/>
    <dgm:cxn modelId="{BC42C666-5B4E-4E6D-8C38-3D4E800F3228}" type="presParOf" srcId="{C2C9A77D-4F09-4CFE-8028-8206D8FE77A0}" destId="{83BF560B-4040-47C9-8FD1-5786D488EF24}" srcOrd="2" destOrd="0" presId="urn:microsoft.com/office/officeart/2008/layout/LinedList"/>
    <dgm:cxn modelId="{8581855F-F8DD-4A17-AB24-3442B5DDCDD3}" type="presParOf" srcId="{C2C9A77D-4F09-4CFE-8028-8206D8FE77A0}" destId="{63ACBC5A-A1DB-40D7-B664-DADC5453D849}" srcOrd="3" destOrd="0" presId="urn:microsoft.com/office/officeart/2008/layout/LinedList"/>
    <dgm:cxn modelId="{FE00CFE8-87B4-4DD1-B615-040B146CADA2}" type="presParOf" srcId="{63ACBC5A-A1DB-40D7-B664-DADC5453D849}" destId="{B478CB05-267D-4962-9331-C2C1AC4A50DE}" srcOrd="0" destOrd="0" presId="urn:microsoft.com/office/officeart/2008/layout/LinedList"/>
    <dgm:cxn modelId="{AD738566-3358-4A06-8C84-161DAFA33B8A}" type="presParOf" srcId="{63ACBC5A-A1DB-40D7-B664-DADC5453D849}" destId="{D4F2CF14-FA5C-421D-BD43-88F8D6838533}" srcOrd="1" destOrd="0" presId="urn:microsoft.com/office/officeart/2008/layout/LinedList"/>
    <dgm:cxn modelId="{D85329CB-9D62-453A-95E6-E35837394271}" type="presParOf" srcId="{D4F2CF14-FA5C-421D-BD43-88F8D6838533}" destId="{B12056BC-84C8-48F3-9699-5F621804EE01}" srcOrd="0" destOrd="0" presId="urn:microsoft.com/office/officeart/2008/layout/LinedList"/>
    <dgm:cxn modelId="{BB4133DE-68AD-4095-B1F7-94833580F8FF}" type="presParOf" srcId="{D4F2CF14-FA5C-421D-BD43-88F8D6838533}" destId="{C95AF41F-B00B-4A25-AE2D-001DAA152A17}" srcOrd="1" destOrd="0" presId="urn:microsoft.com/office/officeart/2008/layout/LinedList"/>
    <dgm:cxn modelId="{9FB01D59-FE15-49CA-BCFA-5B85364BA47D}" type="presParOf" srcId="{C95AF41F-B00B-4A25-AE2D-001DAA152A17}" destId="{A1FDF528-643F-4907-8BB7-CE88540F937C}" srcOrd="0" destOrd="0" presId="urn:microsoft.com/office/officeart/2008/layout/LinedList"/>
    <dgm:cxn modelId="{3747E950-9C68-44FF-B066-8561FA646AF2}" type="presParOf" srcId="{C95AF41F-B00B-4A25-AE2D-001DAA152A17}" destId="{ED913C5B-4404-4CEF-A0A2-DDF3A2A81E78}" srcOrd="1" destOrd="0" presId="urn:microsoft.com/office/officeart/2008/layout/LinedList"/>
    <dgm:cxn modelId="{EB8FDD30-BB45-4700-A4DE-1E089A60FBB7}" type="presParOf" srcId="{C95AF41F-B00B-4A25-AE2D-001DAA152A17}" destId="{475EB7B9-309A-4DD5-89D1-A24A9A35A8CA}" srcOrd="2" destOrd="0" presId="urn:microsoft.com/office/officeart/2008/layout/LinedList"/>
    <dgm:cxn modelId="{56E74F7A-171A-4DB6-B221-DF9FF6BC1F51}" type="presParOf" srcId="{D4F2CF14-FA5C-421D-BD43-88F8D6838533}" destId="{953AE1CE-DD98-4467-8EE1-260A7176C3EF}" srcOrd="2" destOrd="0" presId="urn:microsoft.com/office/officeart/2008/layout/LinedList"/>
    <dgm:cxn modelId="{0D98A19B-25BE-4739-91D2-E46C502FDFBB}" type="presParOf" srcId="{D4F2CF14-FA5C-421D-BD43-88F8D6838533}" destId="{4F00A0D7-715F-4079-BC64-061966F14E48}" srcOrd="3" destOrd="0" presId="urn:microsoft.com/office/officeart/2008/layout/LinedList"/>
    <dgm:cxn modelId="{316AD90B-035D-4336-956A-2D84AB85E252}" type="presParOf" srcId="{D4F2CF14-FA5C-421D-BD43-88F8D6838533}" destId="{C8DE5B65-2274-4C1E-A385-F07A784CC372}" srcOrd="4" destOrd="0" presId="urn:microsoft.com/office/officeart/2008/layout/LinedList"/>
    <dgm:cxn modelId="{4B19DF2C-963D-4612-A9F7-FE0CF5048933}" type="presParOf" srcId="{C8DE5B65-2274-4C1E-A385-F07A784CC372}" destId="{578342B5-3835-4205-9B70-3BC5A2702257}" srcOrd="0" destOrd="0" presId="urn:microsoft.com/office/officeart/2008/layout/LinedList"/>
    <dgm:cxn modelId="{12471BCD-99D5-47BD-99DD-3E2AD77FAA0A}" type="presParOf" srcId="{C8DE5B65-2274-4C1E-A385-F07A784CC372}" destId="{8C61B8AE-47D8-4682-BB22-C1175221B4EB}" srcOrd="1" destOrd="0" presId="urn:microsoft.com/office/officeart/2008/layout/LinedList"/>
    <dgm:cxn modelId="{AC6B777F-031A-446A-B303-32ADB6F2BEAE}" type="presParOf" srcId="{C8DE5B65-2274-4C1E-A385-F07A784CC372}" destId="{637BA64E-9ED8-481F-8209-2DD7B2EF6107}" srcOrd="2" destOrd="0" presId="urn:microsoft.com/office/officeart/2008/layout/LinedList"/>
    <dgm:cxn modelId="{60AA472E-818F-43A6-A3A6-4B3C1760E0CF}" type="presParOf" srcId="{D4F2CF14-FA5C-421D-BD43-88F8D6838533}" destId="{86243E2E-756D-4549-A3E3-B045A31F28B7}" srcOrd="5" destOrd="0" presId="urn:microsoft.com/office/officeart/2008/layout/LinedList"/>
    <dgm:cxn modelId="{F134E54D-7587-4994-B592-425B73E8A4BF}" type="presParOf" srcId="{D4F2CF14-FA5C-421D-BD43-88F8D6838533}" destId="{8CC40860-129D-456B-BD5F-C287B7BE6F65}" srcOrd="6" destOrd="0" presId="urn:microsoft.com/office/officeart/2008/layout/LinedList"/>
    <dgm:cxn modelId="{0D38FC88-191C-4185-A22F-5970E850E81F}" type="presParOf" srcId="{D4F2CF14-FA5C-421D-BD43-88F8D6838533}" destId="{5784CB51-9614-4B19-8A8C-EC785FEF8941}" srcOrd="7" destOrd="0" presId="urn:microsoft.com/office/officeart/2008/layout/LinedList"/>
    <dgm:cxn modelId="{A692A640-11DE-4D3E-BB91-FF733FBDCEEC}" type="presParOf" srcId="{5784CB51-9614-4B19-8A8C-EC785FEF8941}" destId="{AFA3942F-2FB7-490C-8EEA-E7D55C6C559C}" srcOrd="0" destOrd="0" presId="urn:microsoft.com/office/officeart/2008/layout/LinedList"/>
    <dgm:cxn modelId="{5AC7894D-5237-4B35-A918-6E4DEACD4F5C}" type="presParOf" srcId="{5784CB51-9614-4B19-8A8C-EC785FEF8941}" destId="{DA21FE09-E500-46AC-8D3A-DAC94D378352}" srcOrd="1" destOrd="0" presId="urn:microsoft.com/office/officeart/2008/layout/LinedList"/>
    <dgm:cxn modelId="{8A27802A-9133-4D86-85EF-1DEC3DC951B2}" type="presParOf" srcId="{5784CB51-9614-4B19-8A8C-EC785FEF8941}" destId="{8A31EA6A-65FC-4F14-BD06-39AC3ECEE7CE}" srcOrd="2" destOrd="0" presId="urn:microsoft.com/office/officeart/2008/layout/LinedList"/>
    <dgm:cxn modelId="{A3A678F3-E595-4FC7-9E4F-7070C0ED8F23}" type="presParOf" srcId="{D4F2CF14-FA5C-421D-BD43-88F8D6838533}" destId="{A8C7C8B9-A172-4322-9F8C-F60469ED979B}" srcOrd="8" destOrd="0" presId="urn:microsoft.com/office/officeart/2008/layout/LinedList"/>
    <dgm:cxn modelId="{8DA558A3-5ED3-4FC1-8151-E426D6FD42E0}" type="presParOf" srcId="{D4F2CF14-FA5C-421D-BD43-88F8D6838533}" destId="{F51281E0-D948-4E9D-A2F6-4E52D358F7F5}" srcOrd="9" destOrd="0" presId="urn:microsoft.com/office/officeart/2008/layout/LinedList"/>
    <dgm:cxn modelId="{7DB7B34B-C29E-4E46-99E7-FF7FA6C9B179}" type="presParOf" srcId="{C2C9A77D-4F09-4CFE-8028-8206D8FE77A0}" destId="{D99071E0-4A47-4D51-B2EE-DFA4606CBB52}" srcOrd="4" destOrd="0" presId="urn:microsoft.com/office/officeart/2008/layout/LinedList"/>
    <dgm:cxn modelId="{533E54B8-997E-49D4-A049-11C408EA9A48}" type="presParOf" srcId="{C2C9A77D-4F09-4CFE-8028-8206D8FE77A0}" destId="{C500BA3A-F0DD-415B-8889-0BA07C93FD06}" srcOrd="5" destOrd="0" presId="urn:microsoft.com/office/officeart/2008/layout/LinedList"/>
    <dgm:cxn modelId="{1FDECBCF-D4A5-4DF1-A3DD-F865649050E3}" type="presParOf" srcId="{C500BA3A-F0DD-415B-8889-0BA07C93FD06}" destId="{23A4ACC4-E894-4558-ACBE-AC30146B99F9}" srcOrd="0" destOrd="0" presId="urn:microsoft.com/office/officeart/2008/layout/LinedList"/>
    <dgm:cxn modelId="{3B769383-A928-475F-80BD-89830D0909AE}" type="presParOf" srcId="{C500BA3A-F0DD-415B-8889-0BA07C93FD06}" destId="{242B518B-2912-4983-B666-8D613A112561}" srcOrd="1" destOrd="0" presId="urn:microsoft.com/office/officeart/2008/layout/LinedList"/>
    <dgm:cxn modelId="{0BCF18BE-C63E-412A-BCB4-36E93405E961}" type="presParOf" srcId="{242B518B-2912-4983-B666-8D613A112561}" destId="{2EBD9935-5B4E-4695-96D6-51D86DD076F1}" srcOrd="0" destOrd="0" presId="urn:microsoft.com/office/officeart/2008/layout/LinedList"/>
    <dgm:cxn modelId="{96128440-BC2C-44E6-A20C-44F9E914A317}" type="presParOf" srcId="{242B518B-2912-4983-B666-8D613A112561}" destId="{DB6FBC71-FF4D-4969-ACA8-0F61A676C1DA}" srcOrd="1" destOrd="0" presId="urn:microsoft.com/office/officeart/2008/layout/LinedList"/>
    <dgm:cxn modelId="{3D6C042A-8FA5-449F-AFF7-D0237D279508}" type="presParOf" srcId="{DB6FBC71-FF4D-4969-ACA8-0F61A676C1DA}" destId="{29F5D7DB-0E00-45CB-94D9-39FF125B2CA4}" srcOrd="0" destOrd="0" presId="urn:microsoft.com/office/officeart/2008/layout/LinedList"/>
    <dgm:cxn modelId="{9A679C4C-4CF1-4906-945B-BC41DD96BA3A}" type="presParOf" srcId="{DB6FBC71-FF4D-4969-ACA8-0F61A676C1DA}" destId="{1E80C693-6B86-41B8-96BB-4D30A89810F5}" srcOrd="1" destOrd="0" presId="urn:microsoft.com/office/officeart/2008/layout/LinedList"/>
    <dgm:cxn modelId="{53572E98-FC20-4A47-A9B3-C710BE8660E9}" type="presParOf" srcId="{DB6FBC71-FF4D-4969-ACA8-0F61A676C1DA}" destId="{8A3BBD40-8BB4-442E-8982-165776D09332}" srcOrd="2" destOrd="0" presId="urn:microsoft.com/office/officeart/2008/layout/LinedList"/>
    <dgm:cxn modelId="{90FB0519-9E7E-4960-A0AC-DF269F668CF1}" type="presParOf" srcId="{242B518B-2912-4983-B666-8D613A112561}" destId="{924F4524-5306-48FA-9983-56BC9ED9AC3A}" srcOrd="2" destOrd="0" presId="urn:microsoft.com/office/officeart/2008/layout/LinedList"/>
    <dgm:cxn modelId="{49C12416-4463-4448-9630-ABC56F015D0F}" type="presParOf" srcId="{242B518B-2912-4983-B666-8D613A112561}" destId="{97DB70FC-D1B3-4811-B458-7AAE1EC60711}" srcOrd="3" destOrd="0" presId="urn:microsoft.com/office/officeart/2008/layout/LinedList"/>
    <dgm:cxn modelId="{D32A65FF-92F0-4F68-B9A5-09C37481FECA}" type="presParOf" srcId="{242B518B-2912-4983-B666-8D613A112561}" destId="{9E503F47-20DF-4A2C-9F31-EA23E2EF9C5E}" srcOrd="4" destOrd="0" presId="urn:microsoft.com/office/officeart/2008/layout/LinedList"/>
    <dgm:cxn modelId="{AE35DB32-6817-44B0-86B7-E6BB88C90383}" type="presParOf" srcId="{9E503F47-20DF-4A2C-9F31-EA23E2EF9C5E}" destId="{8CBF7171-81B4-4AFF-859A-4A951A3AB5E4}" srcOrd="0" destOrd="0" presId="urn:microsoft.com/office/officeart/2008/layout/LinedList"/>
    <dgm:cxn modelId="{FADD8C7B-AD18-4BAE-8307-8874AFE57032}" type="presParOf" srcId="{9E503F47-20DF-4A2C-9F31-EA23E2EF9C5E}" destId="{D68D08FA-6A3E-43BC-B3FF-2D81E666B475}" srcOrd="1" destOrd="0" presId="urn:microsoft.com/office/officeart/2008/layout/LinedList"/>
    <dgm:cxn modelId="{6BBE3A9B-BCC3-4888-9EF7-4D74C15CFE7F}" type="presParOf" srcId="{9E503F47-20DF-4A2C-9F31-EA23E2EF9C5E}" destId="{B9174664-C382-4AF9-B48B-4C9CBBB437F5}" srcOrd="2" destOrd="0" presId="urn:microsoft.com/office/officeart/2008/layout/LinedList"/>
    <dgm:cxn modelId="{7DFD7733-6AFE-4FDE-9DCB-4BFB68A44F05}" type="presParOf" srcId="{242B518B-2912-4983-B666-8D613A112561}" destId="{FE655A5C-069A-4F05-882A-2AC8616A4D38}" srcOrd="5" destOrd="0" presId="urn:microsoft.com/office/officeart/2008/layout/LinedList"/>
    <dgm:cxn modelId="{1A76F283-F2BC-46F5-8911-D05759460411}" type="presParOf" srcId="{242B518B-2912-4983-B666-8D613A112561}" destId="{8C477369-A086-41AE-9A85-C786A9F76C0D}" srcOrd="6" destOrd="0" presId="urn:microsoft.com/office/officeart/2008/layout/LinedList"/>
    <dgm:cxn modelId="{B6B5F12B-C300-45F0-B42D-9E40A09999E4}" type="presParOf" srcId="{242B518B-2912-4983-B666-8D613A112561}" destId="{DF5FE327-9AD6-47E2-A493-7F69146F05BC}" srcOrd="7" destOrd="0" presId="urn:microsoft.com/office/officeart/2008/layout/LinedList"/>
    <dgm:cxn modelId="{E230A2E1-F81D-42B4-8621-31B4D41C7BE6}" type="presParOf" srcId="{DF5FE327-9AD6-47E2-A493-7F69146F05BC}" destId="{D41E54B3-7206-4AE9-A283-558EFDF4051C}" srcOrd="0" destOrd="0" presId="urn:microsoft.com/office/officeart/2008/layout/LinedList"/>
    <dgm:cxn modelId="{857B1E07-5698-41CB-810A-F8B256CFD91F}" type="presParOf" srcId="{DF5FE327-9AD6-47E2-A493-7F69146F05BC}" destId="{9A08560B-2D89-4D05-92CA-574DEB2DAE6C}" srcOrd="1" destOrd="0" presId="urn:microsoft.com/office/officeart/2008/layout/LinedList"/>
    <dgm:cxn modelId="{C192653D-31B2-4E4A-B169-14B25CA3F839}" type="presParOf" srcId="{DF5FE327-9AD6-47E2-A493-7F69146F05BC}" destId="{E4F5EB08-542A-41D4-BA56-8B967F510E03}" srcOrd="2" destOrd="0" presId="urn:microsoft.com/office/officeart/2008/layout/LinedList"/>
    <dgm:cxn modelId="{2EADDE02-B3D8-4085-9686-6E99F6948577}" type="presParOf" srcId="{242B518B-2912-4983-B666-8D613A112561}" destId="{0F20EDDA-2A78-4188-9F04-C94F37C752FE}" srcOrd="8" destOrd="0" presId="urn:microsoft.com/office/officeart/2008/layout/LinedList"/>
    <dgm:cxn modelId="{31A80AE7-A295-4037-B0DF-4A5688686CD3}" type="presParOf" srcId="{242B518B-2912-4983-B666-8D613A112561}" destId="{B55D9BF8-0DBA-49F4-BBE9-3D88266B848C}" srcOrd="9"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041EFB9B-171F-4AB1-B668-58AAE8E51F75}" type="doc">
      <dgm:prSet loTypeId="urn:microsoft.com/office/officeart/2005/8/layout/bProcess3" loCatId="process" qsTypeId="urn:microsoft.com/office/officeart/2005/8/quickstyle/simple1" qsCatId="simple" csTypeId="urn:microsoft.com/office/officeart/2005/8/colors/accent1_1" csCatId="accent1" phldr="1"/>
      <dgm:spPr/>
      <dgm:t>
        <a:bodyPr/>
        <a:lstStyle/>
        <a:p>
          <a:endParaRPr lang="en-IN"/>
        </a:p>
      </dgm:t>
    </dgm:pt>
    <dgm:pt modelId="{A5387828-EFE8-4AFE-BEB9-07BFB0C6D06A}">
      <dgm:prSet phldrT="[Text]" phldr="0" custT="1"/>
      <dgm:spPr/>
      <dgm:t>
        <a:bodyPr/>
        <a:lstStyle/>
        <a:p>
          <a:r>
            <a:rPr lang="en-US" sz="1200" b="1" i="0" dirty="0"/>
            <a:t>Step 1: Data Input &amp; Loading</a:t>
          </a:r>
        </a:p>
      </dgm:t>
    </dgm:pt>
    <dgm:pt modelId="{929AB399-A7DB-4F8F-B7CC-7226EDE4E22A}" type="parTrans" cxnId="{CD03C54E-D65D-457C-BB15-217B91183981}">
      <dgm:prSet/>
      <dgm:spPr/>
      <dgm:t>
        <a:bodyPr/>
        <a:lstStyle/>
        <a:p>
          <a:endParaRPr lang="en-IN"/>
        </a:p>
      </dgm:t>
    </dgm:pt>
    <dgm:pt modelId="{D7C7484C-D889-41A5-AF4C-A77384E11EB0}" type="sibTrans" cxnId="{CD03C54E-D65D-457C-BB15-217B91183981}">
      <dgm:prSet/>
      <dgm:spPr/>
      <dgm:t>
        <a:bodyPr/>
        <a:lstStyle/>
        <a:p>
          <a:endParaRPr lang="en-IN"/>
        </a:p>
      </dgm:t>
    </dgm:pt>
    <dgm:pt modelId="{98E09BAC-B9B1-4CC8-B0EC-759314990E92}">
      <dgm:prSet phldrT="[Text]" phldr="0" custT="1"/>
      <dgm:spPr/>
      <dgm:t>
        <a:bodyPr/>
        <a:lstStyle/>
        <a:p>
          <a:r>
            <a:rPr lang="en-US" sz="1200" b="1" dirty="0"/>
            <a:t>Step 2: Face Detection</a:t>
          </a:r>
          <a:endParaRPr lang="en-IN" sz="1200" b="1" dirty="0"/>
        </a:p>
      </dgm:t>
    </dgm:pt>
    <dgm:pt modelId="{1BEEA2FF-81C3-46BB-B314-EB6C5F3DE334}" type="parTrans" cxnId="{1A0D167F-8DD3-47B2-8D22-3309FFDB0C35}">
      <dgm:prSet/>
      <dgm:spPr/>
      <dgm:t>
        <a:bodyPr/>
        <a:lstStyle/>
        <a:p>
          <a:endParaRPr lang="en-IN"/>
        </a:p>
      </dgm:t>
    </dgm:pt>
    <dgm:pt modelId="{9872542C-CAAA-4B33-88C2-5DC3892ECE09}" type="sibTrans" cxnId="{1A0D167F-8DD3-47B2-8D22-3309FFDB0C35}">
      <dgm:prSet/>
      <dgm:spPr/>
      <dgm:t>
        <a:bodyPr/>
        <a:lstStyle/>
        <a:p>
          <a:endParaRPr lang="en-IN"/>
        </a:p>
      </dgm:t>
    </dgm:pt>
    <dgm:pt modelId="{6F36305E-2FAA-45DF-AA68-639405453350}">
      <dgm:prSet phldrT="[Text]" phldr="0" custT="1"/>
      <dgm:spPr/>
      <dgm:t>
        <a:bodyPr/>
        <a:lstStyle/>
        <a:p>
          <a:r>
            <a:rPr lang="en-US" sz="1200" b="1" dirty="0"/>
            <a:t>Step 3: Data Pre-processing</a:t>
          </a:r>
          <a:endParaRPr lang="en-IN" sz="1200" b="1" dirty="0"/>
        </a:p>
      </dgm:t>
    </dgm:pt>
    <dgm:pt modelId="{B4C57455-AA30-4125-93B9-AEAA1930716D}" type="parTrans" cxnId="{4C07622A-A89C-4543-9926-284CBE11750F}">
      <dgm:prSet/>
      <dgm:spPr/>
      <dgm:t>
        <a:bodyPr/>
        <a:lstStyle/>
        <a:p>
          <a:endParaRPr lang="en-IN"/>
        </a:p>
      </dgm:t>
    </dgm:pt>
    <dgm:pt modelId="{09CE8ED5-E2C1-409F-AF6E-92EBD2CC67E6}" type="sibTrans" cxnId="{4C07622A-A89C-4543-9926-284CBE11750F}">
      <dgm:prSet/>
      <dgm:spPr/>
      <dgm:t>
        <a:bodyPr/>
        <a:lstStyle/>
        <a:p>
          <a:endParaRPr lang="en-IN"/>
        </a:p>
      </dgm:t>
    </dgm:pt>
    <dgm:pt modelId="{FFD1788F-6202-412E-B0C0-75ED6D82560D}">
      <dgm:prSet custT="1"/>
      <dgm:spPr/>
      <dgm:t>
        <a:bodyPr/>
        <a:lstStyle/>
        <a:p>
          <a:r>
            <a:rPr lang="en-US" sz="1200" dirty="0"/>
            <a:t>User provides Image, manually</a:t>
          </a:r>
          <a:endParaRPr lang="en-IN" sz="1200" dirty="0"/>
        </a:p>
      </dgm:t>
    </dgm:pt>
    <dgm:pt modelId="{8224B787-35CD-4CE1-82CB-F5A87B2EA4F5}" type="parTrans" cxnId="{33F0D917-2D3D-41A4-913C-9D8BC50FDA9D}">
      <dgm:prSet/>
      <dgm:spPr/>
      <dgm:t>
        <a:bodyPr/>
        <a:lstStyle/>
        <a:p>
          <a:endParaRPr lang="en-IN"/>
        </a:p>
      </dgm:t>
    </dgm:pt>
    <dgm:pt modelId="{C3ED60EB-8DFC-47B9-80FB-9B6B2BBA7FBA}" type="sibTrans" cxnId="{33F0D917-2D3D-41A4-913C-9D8BC50FDA9D}">
      <dgm:prSet/>
      <dgm:spPr/>
      <dgm:t>
        <a:bodyPr/>
        <a:lstStyle/>
        <a:p>
          <a:endParaRPr lang="en-IN"/>
        </a:p>
      </dgm:t>
    </dgm:pt>
    <dgm:pt modelId="{15A1DE86-C666-4308-AB0F-05769B011E19}">
      <dgm:prSet custT="1"/>
      <dgm:spPr/>
      <dgm:t>
        <a:bodyPr/>
        <a:lstStyle/>
        <a:p>
          <a:r>
            <a:rPr lang="en-US" sz="1200" dirty="0"/>
            <a:t>OpenCV Detects Facial Region</a:t>
          </a:r>
          <a:endParaRPr lang="en-IN" sz="1200" dirty="0"/>
        </a:p>
      </dgm:t>
    </dgm:pt>
    <dgm:pt modelId="{17EEDB6F-8480-45D9-8A83-7BB2C38E00C8}" type="parTrans" cxnId="{D3291DE4-6760-4600-9F40-C052E5BA2104}">
      <dgm:prSet/>
      <dgm:spPr/>
      <dgm:t>
        <a:bodyPr/>
        <a:lstStyle/>
        <a:p>
          <a:endParaRPr lang="en-IN"/>
        </a:p>
      </dgm:t>
    </dgm:pt>
    <dgm:pt modelId="{8A1448B1-5BE5-438E-B882-362D393D745F}" type="sibTrans" cxnId="{D3291DE4-6760-4600-9F40-C052E5BA2104}">
      <dgm:prSet/>
      <dgm:spPr/>
      <dgm:t>
        <a:bodyPr/>
        <a:lstStyle/>
        <a:p>
          <a:endParaRPr lang="en-IN"/>
        </a:p>
      </dgm:t>
    </dgm:pt>
    <dgm:pt modelId="{537C8EF6-F5FC-4957-84C7-0F8712A9BF69}">
      <dgm:prSet custT="1"/>
      <dgm:spPr/>
      <dgm:t>
        <a:bodyPr/>
        <a:lstStyle/>
        <a:p>
          <a:pPr>
            <a:buNone/>
          </a:pPr>
          <a:r>
            <a:rPr lang="en-IN" sz="1200" dirty="0"/>
            <a:t>Reshape images → (48, 48, 1)</a:t>
          </a:r>
          <a:endParaRPr lang="en-IN" sz="1200" b="0" dirty="0"/>
        </a:p>
      </dgm:t>
    </dgm:pt>
    <dgm:pt modelId="{B78B31BE-BAAC-4D2E-9313-6B781F0FF4EB}" type="parTrans" cxnId="{CD87F89B-E08B-4993-A91F-C6CC458CB645}">
      <dgm:prSet/>
      <dgm:spPr/>
      <dgm:t>
        <a:bodyPr/>
        <a:lstStyle/>
        <a:p>
          <a:endParaRPr lang="en-IN"/>
        </a:p>
      </dgm:t>
    </dgm:pt>
    <dgm:pt modelId="{8F0D50E6-A2F9-4347-A2F0-60CAADA0996B}" type="sibTrans" cxnId="{CD87F89B-E08B-4993-A91F-C6CC458CB645}">
      <dgm:prSet/>
      <dgm:spPr/>
      <dgm:t>
        <a:bodyPr/>
        <a:lstStyle/>
        <a:p>
          <a:endParaRPr lang="en-IN"/>
        </a:p>
      </dgm:t>
    </dgm:pt>
    <dgm:pt modelId="{A56A4B1F-B151-4EB1-8B03-1370A88B9987}">
      <dgm:prSet custT="1"/>
      <dgm:spPr/>
      <dgm:t>
        <a:bodyPr/>
        <a:lstStyle/>
        <a:p>
          <a:pPr>
            <a:buNone/>
          </a:pPr>
          <a:r>
            <a:rPr lang="en-IN" sz="1200" b="1" dirty="0"/>
            <a:t>Step 4: Data Augmentation &amp; Generation</a:t>
          </a:r>
        </a:p>
      </dgm:t>
    </dgm:pt>
    <dgm:pt modelId="{8851318A-F54E-42C6-917E-AA444B4C4EBF}" type="parTrans" cxnId="{F1A9132E-0E50-4F58-A91F-AFBB4485FF3F}">
      <dgm:prSet/>
      <dgm:spPr/>
      <dgm:t>
        <a:bodyPr/>
        <a:lstStyle/>
        <a:p>
          <a:endParaRPr lang="en-IN"/>
        </a:p>
      </dgm:t>
    </dgm:pt>
    <dgm:pt modelId="{4838F3E8-4E3D-4AAA-B15C-CE07685049C0}" type="sibTrans" cxnId="{F1A9132E-0E50-4F58-A91F-AFBB4485FF3F}">
      <dgm:prSet/>
      <dgm:spPr/>
      <dgm:t>
        <a:bodyPr/>
        <a:lstStyle/>
        <a:p>
          <a:endParaRPr lang="en-IN"/>
        </a:p>
      </dgm:t>
    </dgm:pt>
    <dgm:pt modelId="{5D031703-9761-4638-A971-9261C3D06FB8}">
      <dgm:prSet custT="1"/>
      <dgm:spPr/>
      <dgm:t>
        <a:bodyPr/>
        <a:lstStyle/>
        <a:p>
          <a:pPr>
            <a:buFont typeface="Arial" panose="020B0604020202020204" pitchFamily="34" charset="0"/>
            <a:buChar char="•"/>
          </a:pPr>
          <a:r>
            <a:rPr lang="en-IN" sz="1200" b="0" dirty="0"/>
            <a:t>Uses </a:t>
          </a:r>
          <a:r>
            <a:rPr lang="en-IN" sz="1200" b="0" dirty="0" err="1"/>
            <a:t>ImageDataGenerator</a:t>
          </a:r>
          <a:r>
            <a:rPr lang="en-IN" sz="1200" b="0" dirty="0"/>
            <a:t> for: Rotation, zoom, horizontal flip.</a:t>
          </a:r>
        </a:p>
      </dgm:t>
    </dgm:pt>
    <dgm:pt modelId="{439DB88C-6AEC-468D-A41C-1DD87CDE3D06}" type="parTrans" cxnId="{9D81A613-9412-4DFD-8F13-1B8766FFE5CF}">
      <dgm:prSet/>
      <dgm:spPr/>
      <dgm:t>
        <a:bodyPr/>
        <a:lstStyle/>
        <a:p>
          <a:endParaRPr lang="en-IN"/>
        </a:p>
      </dgm:t>
    </dgm:pt>
    <dgm:pt modelId="{AC31500B-A1BD-4A21-A6FA-440FD81CCC82}" type="sibTrans" cxnId="{9D81A613-9412-4DFD-8F13-1B8766FFE5CF}">
      <dgm:prSet/>
      <dgm:spPr/>
      <dgm:t>
        <a:bodyPr/>
        <a:lstStyle/>
        <a:p>
          <a:endParaRPr lang="en-IN"/>
        </a:p>
      </dgm:t>
    </dgm:pt>
    <dgm:pt modelId="{5D250AA7-AB68-415F-B8FF-AFD6326BAE83}">
      <dgm:prSet custT="1"/>
      <dgm:spPr/>
      <dgm:t>
        <a:bodyPr/>
        <a:lstStyle/>
        <a:p>
          <a:pPr>
            <a:buFont typeface="Arial" panose="020B0604020202020204" pitchFamily="34" charset="0"/>
            <a:buChar char="•"/>
          </a:pPr>
          <a:r>
            <a:rPr lang="en-US" sz="1200" b="1" dirty="0"/>
            <a:t>Step 5: </a:t>
          </a:r>
          <a:r>
            <a:rPr lang="en-IN" sz="1200" b="1" dirty="0"/>
            <a:t>CNN Feature Extraction</a:t>
          </a:r>
        </a:p>
      </dgm:t>
    </dgm:pt>
    <dgm:pt modelId="{8E909CB2-0BF5-4565-8A77-1F90DABF7B2D}" type="parTrans" cxnId="{0BFE5657-E7C8-418F-9F9A-C6FA59B86B9A}">
      <dgm:prSet/>
      <dgm:spPr/>
      <dgm:t>
        <a:bodyPr/>
        <a:lstStyle/>
        <a:p>
          <a:endParaRPr lang="en-IN"/>
        </a:p>
      </dgm:t>
    </dgm:pt>
    <dgm:pt modelId="{AFFA6CE7-E1E2-4D33-AAF4-A02517A2C95B}" type="sibTrans" cxnId="{0BFE5657-E7C8-418F-9F9A-C6FA59B86B9A}">
      <dgm:prSet/>
      <dgm:spPr/>
      <dgm:t>
        <a:bodyPr/>
        <a:lstStyle/>
        <a:p>
          <a:endParaRPr lang="en-IN"/>
        </a:p>
      </dgm:t>
    </dgm:pt>
    <dgm:pt modelId="{0DF790EC-D25D-435C-A4E5-75EA5FA46A69}">
      <dgm:prSet custT="1"/>
      <dgm:spPr/>
      <dgm:t>
        <a:bodyPr/>
        <a:lstStyle/>
        <a:p>
          <a:pPr>
            <a:buFont typeface="Arial" panose="020B0604020202020204" pitchFamily="34" charset="0"/>
            <a:buChar char="•"/>
          </a:pPr>
          <a:r>
            <a:rPr lang="en-US" sz="1200" b="1" dirty="0"/>
            <a:t>Step 6: T</a:t>
          </a:r>
          <a:r>
            <a:rPr lang="en-IN" sz="1200" b="1" dirty="0"/>
            <a:t>raining with Adaptive Learning</a:t>
          </a:r>
        </a:p>
      </dgm:t>
    </dgm:pt>
    <dgm:pt modelId="{82D235FD-EB9F-4719-B7DC-3C6E171F67F9}" type="parTrans" cxnId="{ED7D7CB1-6E37-4A24-85A3-4909F3351073}">
      <dgm:prSet/>
      <dgm:spPr/>
      <dgm:t>
        <a:bodyPr/>
        <a:lstStyle/>
        <a:p>
          <a:endParaRPr lang="en-IN"/>
        </a:p>
      </dgm:t>
    </dgm:pt>
    <dgm:pt modelId="{1063E08D-595A-4547-87FC-78404CEBFDA5}" type="sibTrans" cxnId="{ED7D7CB1-6E37-4A24-85A3-4909F3351073}">
      <dgm:prSet/>
      <dgm:spPr/>
      <dgm:t>
        <a:bodyPr/>
        <a:lstStyle/>
        <a:p>
          <a:endParaRPr lang="en-IN"/>
        </a:p>
      </dgm:t>
    </dgm:pt>
    <dgm:pt modelId="{79675195-CF91-4096-B2EC-07DA905B45A7}">
      <dgm:prSet custT="1"/>
      <dgm:spPr/>
      <dgm:t>
        <a:bodyPr/>
        <a:lstStyle/>
        <a:p>
          <a:pPr>
            <a:buFont typeface="Arial" panose="020B0604020202020204" pitchFamily="34" charset="0"/>
            <a:buChar char="•"/>
          </a:pPr>
          <a:r>
            <a:rPr lang="en-US" sz="1200" b="1" dirty="0"/>
            <a:t>Step 7: </a:t>
          </a:r>
          <a:r>
            <a:rPr lang="en-US" sz="1200" b="1"/>
            <a:t>Model </a:t>
          </a:r>
          <a:r>
            <a:rPr lang="en-IN" sz="1200" b="1"/>
            <a:t>Evaluation</a:t>
          </a:r>
          <a:endParaRPr lang="en-IN" sz="1200" b="0" dirty="0"/>
        </a:p>
      </dgm:t>
    </dgm:pt>
    <dgm:pt modelId="{831C743C-EB78-4B59-8A1E-DDCA1EB01171}" type="parTrans" cxnId="{FD4D3976-E0AD-4DDE-BEC3-4427B1F706BC}">
      <dgm:prSet/>
      <dgm:spPr/>
      <dgm:t>
        <a:bodyPr/>
        <a:lstStyle/>
        <a:p>
          <a:endParaRPr lang="en-IN"/>
        </a:p>
      </dgm:t>
    </dgm:pt>
    <dgm:pt modelId="{6A2D016C-C94D-46DA-856B-AD5B660E903C}" type="sibTrans" cxnId="{FD4D3976-E0AD-4DDE-BEC3-4427B1F706BC}">
      <dgm:prSet/>
      <dgm:spPr/>
      <dgm:t>
        <a:bodyPr/>
        <a:lstStyle/>
        <a:p>
          <a:endParaRPr lang="en-IN"/>
        </a:p>
      </dgm:t>
    </dgm:pt>
    <dgm:pt modelId="{DAE385D7-ACFD-4A19-9549-3B8D94AAFEBC}">
      <dgm:prSet custT="1"/>
      <dgm:spPr/>
      <dgm:t>
        <a:bodyPr/>
        <a:lstStyle/>
        <a:p>
          <a:pPr>
            <a:buFont typeface="Arial" panose="020B0604020202020204" pitchFamily="34" charset="0"/>
            <a:buChar char="•"/>
          </a:pPr>
          <a:r>
            <a:rPr lang="en-US" sz="1200" b="1" dirty="0"/>
            <a:t>Step 8: </a:t>
          </a:r>
          <a:r>
            <a:rPr lang="en-US" sz="1200" b="1"/>
            <a:t>Emotion Prediction</a:t>
          </a:r>
          <a:endParaRPr lang="en-IN" sz="1200" b="1" dirty="0"/>
        </a:p>
      </dgm:t>
    </dgm:pt>
    <dgm:pt modelId="{3F452E1E-9BA5-4AFA-A3D2-4C70D0EC1655}" type="parTrans" cxnId="{9A6E8725-6144-41A7-9E78-FA50BB628FB1}">
      <dgm:prSet/>
      <dgm:spPr/>
      <dgm:t>
        <a:bodyPr/>
        <a:lstStyle/>
        <a:p>
          <a:endParaRPr lang="en-IN"/>
        </a:p>
      </dgm:t>
    </dgm:pt>
    <dgm:pt modelId="{9B141D13-8181-47DF-87B4-D7989F27C4FD}" type="sibTrans" cxnId="{9A6E8725-6144-41A7-9E78-FA50BB628FB1}">
      <dgm:prSet/>
      <dgm:spPr/>
      <dgm:t>
        <a:bodyPr/>
        <a:lstStyle/>
        <a:p>
          <a:endParaRPr lang="en-IN"/>
        </a:p>
      </dgm:t>
    </dgm:pt>
    <dgm:pt modelId="{6D25B41B-1706-49B8-8C22-139CF6C6352B}">
      <dgm:prSet custT="1"/>
      <dgm:spPr/>
      <dgm:t>
        <a:bodyPr/>
        <a:lstStyle/>
        <a:p>
          <a:pPr>
            <a:buFont typeface="Arial" panose="020B0604020202020204" pitchFamily="34" charset="0"/>
            <a:buChar char="•"/>
          </a:pPr>
          <a:r>
            <a:rPr lang="en-IN" sz="1200" dirty="0"/>
            <a:t>Input → (48×48×1) image </a:t>
          </a:r>
        </a:p>
      </dgm:t>
    </dgm:pt>
    <dgm:pt modelId="{BE77585D-0091-4C83-B440-271D60F75748}" type="parTrans" cxnId="{E490FE76-3674-42F1-BD09-3DEEF742A9CF}">
      <dgm:prSet/>
      <dgm:spPr/>
      <dgm:t>
        <a:bodyPr/>
        <a:lstStyle/>
        <a:p>
          <a:endParaRPr lang="en-IN"/>
        </a:p>
      </dgm:t>
    </dgm:pt>
    <dgm:pt modelId="{9DF2DC9A-55D0-4C39-925B-9A2007B9D559}" type="sibTrans" cxnId="{E490FE76-3674-42F1-BD09-3DEEF742A9CF}">
      <dgm:prSet/>
      <dgm:spPr/>
      <dgm:t>
        <a:bodyPr/>
        <a:lstStyle/>
        <a:p>
          <a:endParaRPr lang="en-IN"/>
        </a:p>
      </dgm:t>
    </dgm:pt>
    <dgm:pt modelId="{77943BDA-566F-4CE8-A360-8E124CC27B46}">
      <dgm:prSet custT="1"/>
      <dgm:spPr/>
      <dgm:t>
        <a:bodyPr/>
        <a:lstStyle/>
        <a:p>
          <a:pPr>
            <a:buFont typeface="Arial" panose="020B0604020202020204" pitchFamily="34" charset="0"/>
            <a:buChar char="•"/>
          </a:pPr>
          <a:r>
            <a:rPr lang="en-US" sz="1200" b="0" dirty="0"/>
            <a:t>Multiple Conv2D + </a:t>
          </a:r>
          <a:r>
            <a:rPr lang="en-US" sz="1200" b="0" dirty="0" err="1"/>
            <a:t>BatchNorm</a:t>
          </a:r>
          <a:r>
            <a:rPr lang="en-US" sz="1200" b="0" dirty="0"/>
            <a:t> + </a:t>
          </a:r>
          <a:r>
            <a:rPr lang="en-US" sz="1200" b="0" dirty="0" err="1"/>
            <a:t>ReLU</a:t>
          </a:r>
          <a:r>
            <a:rPr lang="en-US" sz="1200" b="0" dirty="0"/>
            <a:t> + </a:t>
          </a:r>
          <a:r>
            <a:rPr lang="en-US" sz="1200" b="0" dirty="0" err="1"/>
            <a:t>MaxPooling</a:t>
          </a:r>
          <a:r>
            <a:rPr lang="en-US" sz="1200" b="0" dirty="0"/>
            <a:t> layers</a:t>
          </a:r>
        </a:p>
      </dgm:t>
    </dgm:pt>
    <dgm:pt modelId="{FE2C85BC-690D-4260-8148-77F98A307564}" type="parTrans" cxnId="{C85BA2D6-B484-452D-8DBC-1AADD93424B3}">
      <dgm:prSet/>
      <dgm:spPr/>
      <dgm:t>
        <a:bodyPr/>
        <a:lstStyle/>
        <a:p>
          <a:endParaRPr lang="en-IN"/>
        </a:p>
      </dgm:t>
    </dgm:pt>
    <dgm:pt modelId="{3DDCAE2A-2F80-45A2-9B81-0A66A59DC807}" type="sibTrans" cxnId="{C85BA2D6-B484-452D-8DBC-1AADD93424B3}">
      <dgm:prSet/>
      <dgm:spPr/>
      <dgm:t>
        <a:bodyPr/>
        <a:lstStyle/>
        <a:p>
          <a:endParaRPr lang="en-IN"/>
        </a:p>
      </dgm:t>
    </dgm:pt>
    <dgm:pt modelId="{789FB7D2-F9B5-4519-96FD-D403241AC49B}">
      <dgm:prSet custT="1"/>
      <dgm:spPr/>
      <dgm:t>
        <a:bodyPr/>
        <a:lstStyle/>
        <a:p>
          <a:pPr>
            <a:buFont typeface="Arial" panose="020B0604020202020204" pitchFamily="34" charset="0"/>
            <a:buChar char="•"/>
          </a:pPr>
          <a:r>
            <a:rPr lang="en-IN" sz="1200" b="0" dirty="0"/>
            <a:t>Apply Dropout &amp; </a:t>
          </a:r>
          <a:r>
            <a:rPr lang="en-US" sz="1200" b="0" dirty="0"/>
            <a:t>Flatten → Fully Connected Layers → </a:t>
          </a:r>
          <a:r>
            <a:rPr lang="en-US" sz="1200" b="0" dirty="0" err="1"/>
            <a:t>Softmax</a:t>
          </a:r>
          <a:r>
            <a:rPr lang="en-US" sz="1200" b="0" dirty="0"/>
            <a:t> (7 emotions) </a:t>
          </a:r>
        </a:p>
      </dgm:t>
    </dgm:pt>
    <dgm:pt modelId="{6C759888-262E-4EE7-BE26-970A2D048045}" type="parTrans" cxnId="{D9BA2EBB-C5DB-4DD7-81D2-D1937339C499}">
      <dgm:prSet/>
      <dgm:spPr/>
      <dgm:t>
        <a:bodyPr/>
        <a:lstStyle/>
        <a:p>
          <a:endParaRPr lang="en-IN"/>
        </a:p>
      </dgm:t>
    </dgm:pt>
    <dgm:pt modelId="{18CE758B-AE11-4ACB-AAFE-C8CEE1CE10C3}" type="sibTrans" cxnId="{D9BA2EBB-C5DB-4DD7-81D2-D1937339C499}">
      <dgm:prSet/>
      <dgm:spPr/>
      <dgm:t>
        <a:bodyPr/>
        <a:lstStyle/>
        <a:p>
          <a:endParaRPr lang="en-IN"/>
        </a:p>
      </dgm:t>
    </dgm:pt>
    <dgm:pt modelId="{85A100F5-1B07-4113-ADE0-1CD4CB0ED5E4}">
      <dgm:prSet custT="1"/>
      <dgm:spPr/>
      <dgm:t>
        <a:bodyPr/>
        <a:lstStyle/>
        <a:p>
          <a:pPr>
            <a:buFont typeface="Arial" panose="020B0604020202020204" pitchFamily="34" charset="0"/>
            <a:buChar char="•"/>
          </a:pPr>
          <a:r>
            <a:rPr lang="en-US" sz="1200" b="0" dirty="0"/>
            <a:t>Train using: Adam optimizer (</a:t>
          </a:r>
          <a:r>
            <a:rPr lang="en-US" sz="1200" b="0" dirty="0" err="1"/>
            <a:t>lr</a:t>
          </a:r>
          <a:r>
            <a:rPr lang="en-US" sz="1200" b="0" dirty="0"/>
            <a:t>=0.0001); </a:t>
          </a:r>
          <a:r>
            <a:rPr lang="en-IN" sz="1200" b="0" dirty="0"/>
            <a:t>Categorical </a:t>
          </a:r>
          <a:r>
            <a:rPr lang="en-IN" sz="1200" b="0" dirty="0" err="1"/>
            <a:t>Crossentropy</a:t>
          </a:r>
          <a:r>
            <a:rPr lang="en-IN" sz="1200" b="0" dirty="0"/>
            <a:t> loss</a:t>
          </a:r>
        </a:p>
      </dgm:t>
    </dgm:pt>
    <dgm:pt modelId="{C28961E3-F5D0-4E98-802C-252E706CDBE9}" type="parTrans" cxnId="{DB12D56E-47AD-44AE-BC68-EC20BBD2AEF0}">
      <dgm:prSet/>
      <dgm:spPr/>
      <dgm:t>
        <a:bodyPr/>
        <a:lstStyle/>
        <a:p>
          <a:endParaRPr lang="en-IN"/>
        </a:p>
      </dgm:t>
    </dgm:pt>
    <dgm:pt modelId="{8B7118E3-B672-4C85-B98B-D265E91EAB36}" type="sibTrans" cxnId="{DB12D56E-47AD-44AE-BC68-EC20BBD2AEF0}">
      <dgm:prSet/>
      <dgm:spPr/>
      <dgm:t>
        <a:bodyPr/>
        <a:lstStyle/>
        <a:p>
          <a:endParaRPr lang="en-IN"/>
        </a:p>
      </dgm:t>
    </dgm:pt>
    <dgm:pt modelId="{4E5A5051-FF11-4168-BE98-BB098384D98F}">
      <dgm:prSet custT="1"/>
      <dgm:spPr/>
      <dgm:t>
        <a:bodyPr/>
        <a:lstStyle/>
        <a:p>
          <a:pPr>
            <a:buFont typeface="Arial" panose="020B0604020202020204" pitchFamily="34" charset="0"/>
            <a:buChar char="•"/>
          </a:pPr>
          <a:r>
            <a:rPr lang="en-IN" sz="1200" dirty="0"/>
            <a:t> Use callbacks: </a:t>
          </a:r>
          <a:r>
            <a:rPr lang="en-IN" sz="1200" dirty="0" err="1"/>
            <a:t>EarlyStopping</a:t>
          </a:r>
          <a:r>
            <a:rPr lang="en-IN" sz="1200" dirty="0"/>
            <a:t>, </a:t>
          </a:r>
          <a:r>
            <a:rPr lang="en-IN" sz="1200" dirty="0" err="1"/>
            <a:t>ModelCheckpoint</a:t>
          </a:r>
          <a:endParaRPr lang="en-IN" sz="1200" dirty="0"/>
        </a:p>
      </dgm:t>
    </dgm:pt>
    <dgm:pt modelId="{79986141-6877-4BC7-A817-E1067C7CC140}" type="parTrans" cxnId="{04219526-8689-4046-8915-D1F15F3F0DF4}">
      <dgm:prSet/>
      <dgm:spPr/>
      <dgm:t>
        <a:bodyPr/>
        <a:lstStyle/>
        <a:p>
          <a:endParaRPr lang="en-IN"/>
        </a:p>
      </dgm:t>
    </dgm:pt>
    <dgm:pt modelId="{15363AB3-B733-4081-9942-D788E160A845}" type="sibTrans" cxnId="{04219526-8689-4046-8915-D1F15F3F0DF4}">
      <dgm:prSet/>
      <dgm:spPr/>
      <dgm:t>
        <a:bodyPr/>
        <a:lstStyle/>
        <a:p>
          <a:endParaRPr lang="en-IN"/>
        </a:p>
      </dgm:t>
    </dgm:pt>
    <dgm:pt modelId="{38B9ECE9-9E51-4FEC-8BF4-5F0B965ED768}">
      <dgm:prSet custT="1"/>
      <dgm:spPr/>
      <dgm:t>
        <a:bodyPr/>
        <a:lstStyle/>
        <a:p>
          <a:r>
            <a:rPr lang="en-US" sz="1200" dirty="0"/>
            <a:t>Or Real-Time Image Detection using Webcam</a:t>
          </a:r>
          <a:endParaRPr lang="en-IN" sz="1200" dirty="0"/>
        </a:p>
      </dgm:t>
    </dgm:pt>
    <dgm:pt modelId="{F9F3F1A4-7A99-495C-BF74-4E4E49022A2E}" type="parTrans" cxnId="{86E87EFA-B2EF-4138-ABAD-A2D42DAB0722}">
      <dgm:prSet/>
      <dgm:spPr/>
      <dgm:t>
        <a:bodyPr/>
        <a:lstStyle/>
        <a:p>
          <a:endParaRPr lang="en-IN"/>
        </a:p>
      </dgm:t>
    </dgm:pt>
    <dgm:pt modelId="{1E1D62BB-0937-481F-8F88-1FE472503E02}" type="sibTrans" cxnId="{86E87EFA-B2EF-4138-ABAD-A2D42DAB0722}">
      <dgm:prSet/>
      <dgm:spPr/>
      <dgm:t>
        <a:bodyPr/>
        <a:lstStyle/>
        <a:p>
          <a:endParaRPr lang="en-IN"/>
        </a:p>
      </dgm:t>
    </dgm:pt>
    <dgm:pt modelId="{D23C70D6-76FA-4305-8D30-CC92A1DF11A7}">
      <dgm:prSet custT="1"/>
      <dgm:spPr/>
      <dgm:t>
        <a:bodyPr/>
        <a:lstStyle/>
        <a:p>
          <a:pPr>
            <a:buNone/>
          </a:pPr>
          <a:r>
            <a:rPr lang="en-IN" sz="1200" dirty="0"/>
            <a:t>Normalize pixel values </a:t>
          </a:r>
          <a:r>
            <a:rPr lang="en-IN" sz="1200" b="0" dirty="0"/>
            <a:t>→ [0,1]range (/255)</a:t>
          </a:r>
        </a:p>
      </dgm:t>
    </dgm:pt>
    <dgm:pt modelId="{9283F6B4-E10C-4555-8419-56DB26B5C9E0}" type="parTrans" cxnId="{4EB71DC2-8BBD-4BC5-9D52-C4D9D7E6DFA0}">
      <dgm:prSet/>
      <dgm:spPr/>
      <dgm:t>
        <a:bodyPr/>
        <a:lstStyle/>
        <a:p>
          <a:endParaRPr lang="en-IN"/>
        </a:p>
      </dgm:t>
    </dgm:pt>
    <dgm:pt modelId="{97C878FB-9BE1-4EC5-B1CB-08F978D835E3}" type="sibTrans" cxnId="{4EB71DC2-8BBD-4BC5-9D52-C4D9D7E6DFA0}">
      <dgm:prSet/>
      <dgm:spPr/>
      <dgm:t>
        <a:bodyPr/>
        <a:lstStyle/>
        <a:p>
          <a:endParaRPr lang="en-IN"/>
        </a:p>
      </dgm:t>
    </dgm:pt>
    <dgm:pt modelId="{7B4F7AD1-9CC2-46B0-85CD-BB54B000C344}">
      <dgm:prSet custT="1"/>
      <dgm:spPr/>
      <dgm:t>
        <a:bodyPr/>
        <a:lstStyle/>
        <a:p>
          <a:pPr>
            <a:buNone/>
          </a:pPr>
          <a:r>
            <a:rPr lang="en-IN" sz="1200"/>
            <a:t>Convert labels → </a:t>
          </a:r>
          <a:r>
            <a:rPr lang="en-IN" sz="1200" b="0"/>
            <a:t>one-hot encoding (7 classes)</a:t>
          </a:r>
          <a:endParaRPr lang="en-IN" sz="1200" b="0" dirty="0"/>
        </a:p>
      </dgm:t>
    </dgm:pt>
    <dgm:pt modelId="{322ABD3B-9F5C-43A8-BFC4-124261F49FBE}" type="parTrans" cxnId="{1E7ECF9F-E463-4073-AEFC-0966FD27E9B6}">
      <dgm:prSet/>
      <dgm:spPr/>
      <dgm:t>
        <a:bodyPr/>
        <a:lstStyle/>
        <a:p>
          <a:endParaRPr lang="en-IN"/>
        </a:p>
      </dgm:t>
    </dgm:pt>
    <dgm:pt modelId="{B92D871B-2C31-43DB-953D-49BC9C3539BB}" type="sibTrans" cxnId="{1E7ECF9F-E463-4073-AEFC-0966FD27E9B6}">
      <dgm:prSet/>
      <dgm:spPr/>
      <dgm:t>
        <a:bodyPr/>
        <a:lstStyle/>
        <a:p>
          <a:endParaRPr lang="en-IN"/>
        </a:p>
      </dgm:t>
    </dgm:pt>
    <dgm:pt modelId="{7E1432CE-F8DC-4189-8CC4-368FE123D484}">
      <dgm:prSet custT="1"/>
      <dgm:spPr/>
      <dgm:t>
        <a:bodyPr/>
        <a:lstStyle/>
        <a:p>
          <a:pPr>
            <a:buFont typeface="Arial" panose="020B0604020202020204" pitchFamily="34" charset="0"/>
            <a:buChar char="•"/>
          </a:pPr>
          <a:r>
            <a:rPr lang="en-US" sz="1200"/>
            <a:t>Final predicted emotion, for static image</a:t>
          </a:r>
          <a:endParaRPr lang="en-IN" sz="1200"/>
        </a:p>
      </dgm:t>
    </dgm:pt>
    <dgm:pt modelId="{0FE8A622-A6F8-48BD-92C1-477B953E7789}" type="parTrans" cxnId="{A38DCC56-2DA9-4A86-82A1-A754DB5ABA73}">
      <dgm:prSet/>
      <dgm:spPr/>
      <dgm:t>
        <a:bodyPr/>
        <a:lstStyle/>
        <a:p>
          <a:endParaRPr lang="en-IN"/>
        </a:p>
      </dgm:t>
    </dgm:pt>
    <dgm:pt modelId="{4720D8D4-EF5B-41BB-8626-C90F2B98FC03}" type="sibTrans" cxnId="{A38DCC56-2DA9-4A86-82A1-A754DB5ABA73}">
      <dgm:prSet/>
      <dgm:spPr/>
      <dgm:t>
        <a:bodyPr/>
        <a:lstStyle/>
        <a:p>
          <a:endParaRPr lang="en-IN"/>
        </a:p>
      </dgm:t>
    </dgm:pt>
    <dgm:pt modelId="{C9279A34-6A31-4408-83EA-CB72244F70CB}">
      <dgm:prSet custT="1"/>
      <dgm:spPr/>
      <dgm:t>
        <a:bodyPr/>
        <a:lstStyle/>
        <a:p>
          <a:pPr>
            <a:buFont typeface="Arial" panose="020B0604020202020204" pitchFamily="34" charset="0"/>
            <a:buChar char="•"/>
          </a:pPr>
          <a:r>
            <a:rPr lang="en-US" sz="1200" dirty="0"/>
            <a:t>Real-time Emotion Identification</a:t>
          </a:r>
          <a:endParaRPr lang="en-IN" sz="1200" dirty="0"/>
        </a:p>
      </dgm:t>
    </dgm:pt>
    <dgm:pt modelId="{F5873CAE-3F1E-4430-BDAE-7969213FECDF}" type="parTrans" cxnId="{A6B35FFC-772F-4A72-8D38-7363E2916DDE}">
      <dgm:prSet/>
      <dgm:spPr/>
      <dgm:t>
        <a:bodyPr/>
        <a:lstStyle/>
        <a:p>
          <a:endParaRPr lang="en-IN"/>
        </a:p>
      </dgm:t>
    </dgm:pt>
    <dgm:pt modelId="{9819C42F-FBF1-4BF6-B72F-EBC0B1CAB524}" type="sibTrans" cxnId="{A6B35FFC-772F-4A72-8D38-7363E2916DDE}">
      <dgm:prSet/>
      <dgm:spPr/>
      <dgm:t>
        <a:bodyPr/>
        <a:lstStyle/>
        <a:p>
          <a:endParaRPr lang="en-IN"/>
        </a:p>
      </dgm:t>
    </dgm:pt>
    <dgm:pt modelId="{6A53596C-AB8F-4594-9B93-8824A9E3CF62}">
      <dgm:prSet custT="1"/>
      <dgm:spPr/>
      <dgm:t>
        <a:bodyPr/>
        <a:lstStyle/>
        <a:p>
          <a:pPr>
            <a:buNone/>
          </a:pPr>
          <a:r>
            <a:rPr lang="en-US" sz="1200"/>
            <a:t>Evaluates on test/validation data</a:t>
          </a:r>
          <a:endParaRPr lang="en-IN" sz="1200"/>
        </a:p>
      </dgm:t>
    </dgm:pt>
    <dgm:pt modelId="{9E030180-BE21-44CA-9F70-CC0AC1A03BEE}" type="parTrans" cxnId="{A40E202C-4032-451D-AB6E-8170967978B0}">
      <dgm:prSet/>
      <dgm:spPr/>
      <dgm:t>
        <a:bodyPr/>
        <a:lstStyle/>
        <a:p>
          <a:endParaRPr lang="en-IN"/>
        </a:p>
      </dgm:t>
    </dgm:pt>
    <dgm:pt modelId="{373D3CDF-B499-4D3C-B793-EBB385A0794F}" type="sibTrans" cxnId="{A40E202C-4032-451D-AB6E-8170967978B0}">
      <dgm:prSet/>
      <dgm:spPr/>
      <dgm:t>
        <a:bodyPr/>
        <a:lstStyle/>
        <a:p>
          <a:endParaRPr lang="en-IN"/>
        </a:p>
      </dgm:t>
    </dgm:pt>
    <dgm:pt modelId="{0129A64E-F6D7-4213-8A2B-372580C43DFE}">
      <dgm:prSet custT="1"/>
      <dgm:spPr/>
      <dgm:t>
        <a:bodyPr/>
        <a:lstStyle/>
        <a:p>
          <a:pPr>
            <a:buNone/>
          </a:pPr>
          <a:r>
            <a:rPr lang="en-US" sz="1200" dirty="0"/>
            <a:t>F1-score, Accuracy/Loss Curve, Confusion Matrix</a:t>
          </a:r>
          <a:endParaRPr lang="en-IN" sz="1200" dirty="0"/>
        </a:p>
      </dgm:t>
    </dgm:pt>
    <dgm:pt modelId="{EEAAB0BC-05B2-4F07-B9D4-402E34A3AFA0}" type="parTrans" cxnId="{5028690E-B385-464F-8254-F29D71CAE09A}">
      <dgm:prSet/>
      <dgm:spPr/>
      <dgm:t>
        <a:bodyPr/>
        <a:lstStyle/>
        <a:p>
          <a:endParaRPr lang="en-IN"/>
        </a:p>
      </dgm:t>
    </dgm:pt>
    <dgm:pt modelId="{699A3D96-1F15-4F35-8F06-BEFCBC43FD5C}" type="sibTrans" cxnId="{5028690E-B385-464F-8254-F29D71CAE09A}">
      <dgm:prSet/>
      <dgm:spPr/>
      <dgm:t>
        <a:bodyPr/>
        <a:lstStyle/>
        <a:p>
          <a:endParaRPr lang="en-IN"/>
        </a:p>
      </dgm:t>
    </dgm:pt>
    <dgm:pt modelId="{956DACC1-6B7E-4BB7-A0B8-7C68425C6085}" type="pres">
      <dgm:prSet presAssocID="{041EFB9B-171F-4AB1-B668-58AAE8E51F75}" presName="Name0" presStyleCnt="0">
        <dgm:presLayoutVars>
          <dgm:dir/>
          <dgm:resizeHandles val="exact"/>
        </dgm:presLayoutVars>
      </dgm:prSet>
      <dgm:spPr/>
    </dgm:pt>
    <dgm:pt modelId="{4F714CDB-F6BE-447C-A1FB-E74AA61CA525}" type="pres">
      <dgm:prSet presAssocID="{A5387828-EFE8-4AFE-BEB9-07BFB0C6D06A}" presName="node" presStyleLbl="node1" presStyleIdx="0" presStyleCnt="8">
        <dgm:presLayoutVars>
          <dgm:bulletEnabled val="1"/>
        </dgm:presLayoutVars>
      </dgm:prSet>
      <dgm:spPr/>
    </dgm:pt>
    <dgm:pt modelId="{87E37EAC-67A9-40BD-9ABA-396D5A3939CC}" type="pres">
      <dgm:prSet presAssocID="{D7C7484C-D889-41A5-AF4C-A77384E11EB0}" presName="sibTrans" presStyleLbl="sibTrans1D1" presStyleIdx="0" presStyleCnt="7"/>
      <dgm:spPr/>
    </dgm:pt>
    <dgm:pt modelId="{B48AEBF0-DC76-4915-B0B8-913DA7E5266B}" type="pres">
      <dgm:prSet presAssocID="{D7C7484C-D889-41A5-AF4C-A77384E11EB0}" presName="connectorText" presStyleLbl="sibTrans1D1" presStyleIdx="0" presStyleCnt="7"/>
      <dgm:spPr/>
    </dgm:pt>
    <dgm:pt modelId="{2EAAD902-99B3-4035-8B77-A901CE97603C}" type="pres">
      <dgm:prSet presAssocID="{98E09BAC-B9B1-4CC8-B0EC-759314990E92}" presName="node" presStyleLbl="node1" presStyleIdx="1" presStyleCnt="8">
        <dgm:presLayoutVars>
          <dgm:bulletEnabled val="1"/>
        </dgm:presLayoutVars>
      </dgm:prSet>
      <dgm:spPr/>
    </dgm:pt>
    <dgm:pt modelId="{DD7C45F9-EAD0-461A-8580-53322109C093}" type="pres">
      <dgm:prSet presAssocID="{9872542C-CAAA-4B33-88C2-5DC3892ECE09}" presName="sibTrans" presStyleLbl="sibTrans1D1" presStyleIdx="1" presStyleCnt="7"/>
      <dgm:spPr/>
    </dgm:pt>
    <dgm:pt modelId="{360CCBDE-BF64-4F92-B3F7-FED6F51C109E}" type="pres">
      <dgm:prSet presAssocID="{9872542C-CAAA-4B33-88C2-5DC3892ECE09}" presName="connectorText" presStyleLbl="sibTrans1D1" presStyleIdx="1" presStyleCnt="7"/>
      <dgm:spPr/>
    </dgm:pt>
    <dgm:pt modelId="{3B045B17-893D-4C42-AFDD-53A9A303D746}" type="pres">
      <dgm:prSet presAssocID="{6F36305E-2FAA-45DF-AA68-639405453350}" presName="node" presStyleLbl="node1" presStyleIdx="2" presStyleCnt="8">
        <dgm:presLayoutVars>
          <dgm:bulletEnabled val="1"/>
        </dgm:presLayoutVars>
      </dgm:prSet>
      <dgm:spPr/>
    </dgm:pt>
    <dgm:pt modelId="{B4052A57-39F6-4E24-9D64-6BB380D82796}" type="pres">
      <dgm:prSet presAssocID="{09CE8ED5-E2C1-409F-AF6E-92EBD2CC67E6}" presName="sibTrans" presStyleLbl="sibTrans1D1" presStyleIdx="2" presStyleCnt="7"/>
      <dgm:spPr/>
    </dgm:pt>
    <dgm:pt modelId="{CF8F1375-2D2B-4713-AD9D-657D7F6574B0}" type="pres">
      <dgm:prSet presAssocID="{09CE8ED5-E2C1-409F-AF6E-92EBD2CC67E6}" presName="connectorText" presStyleLbl="sibTrans1D1" presStyleIdx="2" presStyleCnt="7"/>
      <dgm:spPr/>
    </dgm:pt>
    <dgm:pt modelId="{EB814AAD-C052-47B5-93AE-57DCF75A2DD3}" type="pres">
      <dgm:prSet presAssocID="{A56A4B1F-B151-4EB1-8B03-1370A88B9987}" presName="node" presStyleLbl="node1" presStyleIdx="3" presStyleCnt="8">
        <dgm:presLayoutVars>
          <dgm:bulletEnabled val="1"/>
        </dgm:presLayoutVars>
      </dgm:prSet>
      <dgm:spPr/>
    </dgm:pt>
    <dgm:pt modelId="{D71FCDD0-3605-4F61-B247-8AB92CEBA58F}" type="pres">
      <dgm:prSet presAssocID="{4838F3E8-4E3D-4AAA-B15C-CE07685049C0}" presName="sibTrans" presStyleLbl="sibTrans1D1" presStyleIdx="3" presStyleCnt="7"/>
      <dgm:spPr/>
    </dgm:pt>
    <dgm:pt modelId="{08A60800-410D-4168-AD8B-CED1A94D9D8A}" type="pres">
      <dgm:prSet presAssocID="{4838F3E8-4E3D-4AAA-B15C-CE07685049C0}" presName="connectorText" presStyleLbl="sibTrans1D1" presStyleIdx="3" presStyleCnt="7"/>
      <dgm:spPr/>
    </dgm:pt>
    <dgm:pt modelId="{BC02CA67-958D-4DEB-B77C-30562E13493C}" type="pres">
      <dgm:prSet presAssocID="{5D250AA7-AB68-415F-B8FF-AFD6326BAE83}" presName="node" presStyleLbl="node1" presStyleIdx="4" presStyleCnt="8">
        <dgm:presLayoutVars>
          <dgm:bulletEnabled val="1"/>
        </dgm:presLayoutVars>
      </dgm:prSet>
      <dgm:spPr/>
    </dgm:pt>
    <dgm:pt modelId="{C76B0124-FB0B-4FE7-BB98-F6F4780ED432}" type="pres">
      <dgm:prSet presAssocID="{AFFA6CE7-E1E2-4D33-AAF4-A02517A2C95B}" presName="sibTrans" presStyleLbl="sibTrans1D1" presStyleIdx="4" presStyleCnt="7"/>
      <dgm:spPr/>
    </dgm:pt>
    <dgm:pt modelId="{3D1EAC86-EF4D-4FC4-B970-FEA6BD88BD48}" type="pres">
      <dgm:prSet presAssocID="{AFFA6CE7-E1E2-4D33-AAF4-A02517A2C95B}" presName="connectorText" presStyleLbl="sibTrans1D1" presStyleIdx="4" presStyleCnt="7"/>
      <dgm:spPr/>
    </dgm:pt>
    <dgm:pt modelId="{CC620400-2F74-4D29-BDAC-89EA9A2B96F9}" type="pres">
      <dgm:prSet presAssocID="{0DF790EC-D25D-435C-A4E5-75EA5FA46A69}" presName="node" presStyleLbl="node1" presStyleIdx="5" presStyleCnt="8">
        <dgm:presLayoutVars>
          <dgm:bulletEnabled val="1"/>
        </dgm:presLayoutVars>
      </dgm:prSet>
      <dgm:spPr/>
    </dgm:pt>
    <dgm:pt modelId="{1E24E573-FA15-4CE8-AC01-1FCF4106DB70}" type="pres">
      <dgm:prSet presAssocID="{1063E08D-595A-4547-87FC-78404CEBFDA5}" presName="sibTrans" presStyleLbl="sibTrans1D1" presStyleIdx="5" presStyleCnt="7"/>
      <dgm:spPr/>
    </dgm:pt>
    <dgm:pt modelId="{E502DA15-4374-40EB-B0B9-DE71CE9B3116}" type="pres">
      <dgm:prSet presAssocID="{1063E08D-595A-4547-87FC-78404CEBFDA5}" presName="connectorText" presStyleLbl="sibTrans1D1" presStyleIdx="5" presStyleCnt="7"/>
      <dgm:spPr/>
    </dgm:pt>
    <dgm:pt modelId="{00160C5E-A38F-4FBB-98E4-A89B688D96D0}" type="pres">
      <dgm:prSet presAssocID="{79675195-CF91-4096-B2EC-07DA905B45A7}" presName="node" presStyleLbl="node1" presStyleIdx="6" presStyleCnt="8">
        <dgm:presLayoutVars>
          <dgm:bulletEnabled val="1"/>
        </dgm:presLayoutVars>
      </dgm:prSet>
      <dgm:spPr/>
    </dgm:pt>
    <dgm:pt modelId="{D2424F1A-FCD4-4AEE-81F6-5C82118B2606}" type="pres">
      <dgm:prSet presAssocID="{6A2D016C-C94D-46DA-856B-AD5B660E903C}" presName="sibTrans" presStyleLbl="sibTrans1D1" presStyleIdx="6" presStyleCnt="7"/>
      <dgm:spPr/>
    </dgm:pt>
    <dgm:pt modelId="{335C51A4-04D0-4BD5-96B5-D6B540B6EE59}" type="pres">
      <dgm:prSet presAssocID="{6A2D016C-C94D-46DA-856B-AD5B660E903C}" presName="connectorText" presStyleLbl="sibTrans1D1" presStyleIdx="6" presStyleCnt="7"/>
      <dgm:spPr/>
    </dgm:pt>
    <dgm:pt modelId="{9FB6CF81-06A3-4CA2-BC3E-4768BD48D81E}" type="pres">
      <dgm:prSet presAssocID="{DAE385D7-ACFD-4A19-9549-3B8D94AAFEBC}" presName="node" presStyleLbl="node1" presStyleIdx="7" presStyleCnt="8">
        <dgm:presLayoutVars>
          <dgm:bulletEnabled val="1"/>
        </dgm:presLayoutVars>
      </dgm:prSet>
      <dgm:spPr/>
    </dgm:pt>
  </dgm:ptLst>
  <dgm:cxnLst>
    <dgm:cxn modelId="{C946B702-02CE-496A-BD58-FDA49554C17E}" type="presOf" srcId="{98E09BAC-B9B1-4CC8-B0EC-759314990E92}" destId="{2EAAD902-99B3-4035-8B77-A901CE97603C}" srcOrd="0" destOrd="0" presId="urn:microsoft.com/office/officeart/2005/8/layout/bProcess3"/>
    <dgm:cxn modelId="{5C5F120C-8FD2-44CC-8609-7719866FBD1D}" type="presOf" srcId="{D7C7484C-D889-41A5-AF4C-A77384E11EB0}" destId="{B48AEBF0-DC76-4915-B0B8-913DA7E5266B}" srcOrd="1" destOrd="0" presId="urn:microsoft.com/office/officeart/2005/8/layout/bProcess3"/>
    <dgm:cxn modelId="{1E44CD0D-9AC3-44E7-82C8-DBEDE7A4F48D}" type="presOf" srcId="{79675195-CF91-4096-B2EC-07DA905B45A7}" destId="{00160C5E-A38F-4FBB-98E4-A89B688D96D0}" srcOrd="0" destOrd="0" presId="urn:microsoft.com/office/officeart/2005/8/layout/bProcess3"/>
    <dgm:cxn modelId="{5028690E-B385-464F-8254-F29D71CAE09A}" srcId="{79675195-CF91-4096-B2EC-07DA905B45A7}" destId="{0129A64E-F6D7-4213-8A2B-372580C43DFE}" srcOrd="1" destOrd="0" parTransId="{EEAAB0BC-05B2-4F07-B9D4-402E34A3AFA0}" sibTransId="{699A3D96-1F15-4F35-8F06-BEFCBC43FD5C}"/>
    <dgm:cxn modelId="{393B880E-89AA-4EB5-A030-B5AEB706C42F}" type="presOf" srcId="{77943BDA-566F-4CE8-A360-8E124CC27B46}" destId="{BC02CA67-958D-4DEB-B77C-30562E13493C}" srcOrd="0" destOrd="2" presId="urn:microsoft.com/office/officeart/2005/8/layout/bProcess3"/>
    <dgm:cxn modelId="{9D81A613-9412-4DFD-8F13-1B8766FFE5CF}" srcId="{A56A4B1F-B151-4EB1-8B03-1370A88B9987}" destId="{5D031703-9761-4638-A971-9261C3D06FB8}" srcOrd="0" destOrd="0" parTransId="{439DB88C-6AEC-468D-A41C-1DD87CDE3D06}" sibTransId="{AC31500B-A1BD-4A21-A6FA-440FD81CCC82}"/>
    <dgm:cxn modelId="{33F0D917-2D3D-41A4-913C-9D8BC50FDA9D}" srcId="{A5387828-EFE8-4AFE-BEB9-07BFB0C6D06A}" destId="{FFD1788F-6202-412E-B0C0-75ED6D82560D}" srcOrd="0" destOrd="0" parTransId="{8224B787-35CD-4CE1-82CB-F5A87B2EA4F5}" sibTransId="{C3ED60EB-8DFC-47B9-80FB-9B6B2BBA7FBA}"/>
    <dgm:cxn modelId="{840A7D18-5E35-422C-A157-B5FC4EADE8C3}" type="presOf" srcId="{0129A64E-F6D7-4213-8A2B-372580C43DFE}" destId="{00160C5E-A38F-4FBB-98E4-A89B688D96D0}" srcOrd="0" destOrd="2" presId="urn:microsoft.com/office/officeart/2005/8/layout/bProcess3"/>
    <dgm:cxn modelId="{9A6E8725-6144-41A7-9E78-FA50BB628FB1}" srcId="{041EFB9B-171F-4AB1-B668-58AAE8E51F75}" destId="{DAE385D7-ACFD-4A19-9549-3B8D94AAFEBC}" srcOrd="7" destOrd="0" parTransId="{3F452E1E-9BA5-4AFA-A3D2-4C70D0EC1655}" sibTransId="{9B141D13-8181-47DF-87B4-D7989F27C4FD}"/>
    <dgm:cxn modelId="{C12F9426-C840-49E5-A95B-55502B82F022}" type="presOf" srcId="{85A100F5-1B07-4113-ADE0-1CD4CB0ED5E4}" destId="{CC620400-2F74-4D29-BDAC-89EA9A2B96F9}" srcOrd="0" destOrd="1" presId="urn:microsoft.com/office/officeart/2005/8/layout/bProcess3"/>
    <dgm:cxn modelId="{04219526-8689-4046-8915-D1F15F3F0DF4}" srcId="{0DF790EC-D25D-435C-A4E5-75EA5FA46A69}" destId="{4E5A5051-FF11-4168-BE98-BB098384D98F}" srcOrd="1" destOrd="0" parTransId="{79986141-6877-4BC7-A817-E1067C7CC140}" sibTransId="{15363AB3-B733-4081-9942-D788E160A845}"/>
    <dgm:cxn modelId="{73A47728-6CB3-44FF-AA41-AA4CA317B41A}" type="presOf" srcId="{A56A4B1F-B151-4EB1-8B03-1370A88B9987}" destId="{EB814AAD-C052-47B5-93AE-57DCF75A2DD3}" srcOrd="0" destOrd="0" presId="urn:microsoft.com/office/officeart/2005/8/layout/bProcess3"/>
    <dgm:cxn modelId="{FC98F528-3920-42A1-B74D-A884D546F0ED}" type="presOf" srcId="{4E5A5051-FF11-4168-BE98-BB098384D98F}" destId="{CC620400-2F74-4D29-BDAC-89EA9A2B96F9}" srcOrd="0" destOrd="2" presId="urn:microsoft.com/office/officeart/2005/8/layout/bProcess3"/>
    <dgm:cxn modelId="{4C07622A-A89C-4543-9926-284CBE11750F}" srcId="{041EFB9B-171F-4AB1-B668-58AAE8E51F75}" destId="{6F36305E-2FAA-45DF-AA68-639405453350}" srcOrd="2" destOrd="0" parTransId="{B4C57455-AA30-4125-93B9-AEAA1930716D}" sibTransId="{09CE8ED5-E2C1-409F-AF6E-92EBD2CC67E6}"/>
    <dgm:cxn modelId="{A40E202C-4032-451D-AB6E-8170967978B0}" srcId="{79675195-CF91-4096-B2EC-07DA905B45A7}" destId="{6A53596C-AB8F-4594-9B93-8824A9E3CF62}" srcOrd="0" destOrd="0" parTransId="{9E030180-BE21-44CA-9F70-CC0AC1A03BEE}" sibTransId="{373D3CDF-B499-4D3C-B793-EBB385A0794F}"/>
    <dgm:cxn modelId="{8963162D-382F-46FF-A9FF-1CEA2AFBA682}" type="presOf" srcId="{AFFA6CE7-E1E2-4D33-AAF4-A02517A2C95B}" destId="{C76B0124-FB0B-4FE7-BB98-F6F4780ED432}" srcOrd="0" destOrd="0" presId="urn:microsoft.com/office/officeart/2005/8/layout/bProcess3"/>
    <dgm:cxn modelId="{F1A9132E-0E50-4F58-A91F-AFBB4485FF3F}" srcId="{041EFB9B-171F-4AB1-B668-58AAE8E51F75}" destId="{A56A4B1F-B151-4EB1-8B03-1370A88B9987}" srcOrd="3" destOrd="0" parTransId="{8851318A-F54E-42C6-917E-AA444B4C4EBF}" sibTransId="{4838F3E8-4E3D-4AAA-B15C-CE07685049C0}"/>
    <dgm:cxn modelId="{F2A25139-29BC-42FD-9FBF-8CAE8DB06231}" type="presOf" srcId="{09CE8ED5-E2C1-409F-AF6E-92EBD2CC67E6}" destId="{CF8F1375-2D2B-4713-AD9D-657D7F6574B0}" srcOrd="1" destOrd="0" presId="urn:microsoft.com/office/officeart/2005/8/layout/bProcess3"/>
    <dgm:cxn modelId="{8A49493C-D9FF-45D4-BFDF-E6B73B8F94A7}" type="presOf" srcId="{1063E08D-595A-4547-87FC-78404CEBFDA5}" destId="{1E24E573-FA15-4CE8-AC01-1FCF4106DB70}" srcOrd="0" destOrd="0" presId="urn:microsoft.com/office/officeart/2005/8/layout/bProcess3"/>
    <dgm:cxn modelId="{DA590860-7621-4E71-80CE-5D83134761CA}" type="presOf" srcId="{041EFB9B-171F-4AB1-B668-58AAE8E51F75}" destId="{956DACC1-6B7E-4BB7-A0B8-7C68425C6085}" srcOrd="0" destOrd="0" presId="urn:microsoft.com/office/officeart/2005/8/layout/bProcess3"/>
    <dgm:cxn modelId="{A5F24B63-D866-4FBB-8374-A0B6FA68CF82}" type="presOf" srcId="{D7C7484C-D889-41A5-AF4C-A77384E11EB0}" destId="{87E37EAC-67A9-40BD-9ABA-396D5A3939CC}" srcOrd="0" destOrd="0" presId="urn:microsoft.com/office/officeart/2005/8/layout/bProcess3"/>
    <dgm:cxn modelId="{9DC71044-4785-4E58-991C-E075431AD44B}" type="presOf" srcId="{FFD1788F-6202-412E-B0C0-75ED6D82560D}" destId="{4F714CDB-F6BE-447C-A1FB-E74AA61CA525}" srcOrd="0" destOrd="1" presId="urn:microsoft.com/office/officeart/2005/8/layout/bProcess3"/>
    <dgm:cxn modelId="{CD03C54E-D65D-457C-BB15-217B91183981}" srcId="{041EFB9B-171F-4AB1-B668-58AAE8E51F75}" destId="{A5387828-EFE8-4AFE-BEB9-07BFB0C6D06A}" srcOrd="0" destOrd="0" parTransId="{929AB399-A7DB-4F8F-B7CC-7226EDE4E22A}" sibTransId="{D7C7484C-D889-41A5-AF4C-A77384E11EB0}"/>
    <dgm:cxn modelId="{DB12D56E-47AD-44AE-BC68-EC20BBD2AEF0}" srcId="{0DF790EC-D25D-435C-A4E5-75EA5FA46A69}" destId="{85A100F5-1B07-4113-ADE0-1CD4CB0ED5E4}" srcOrd="0" destOrd="0" parTransId="{C28961E3-F5D0-4E98-802C-252E706CDBE9}" sibTransId="{8B7118E3-B672-4C85-B98B-D265E91EAB36}"/>
    <dgm:cxn modelId="{CAB3E84F-0C44-41B8-9FC1-87A061D6795B}" type="presOf" srcId="{C9279A34-6A31-4408-83EA-CB72244F70CB}" destId="{9FB6CF81-06A3-4CA2-BC3E-4768BD48D81E}" srcOrd="0" destOrd="2" presId="urn:microsoft.com/office/officeart/2005/8/layout/bProcess3"/>
    <dgm:cxn modelId="{35F02476-4D8B-4163-9A27-E7513F26BF3A}" type="presOf" srcId="{1063E08D-595A-4547-87FC-78404CEBFDA5}" destId="{E502DA15-4374-40EB-B0B9-DE71CE9B3116}" srcOrd="1" destOrd="0" presId="urn:microsoft.com/office/officeart/2005/8/layout/bProcess3"/>
    <dgm:cxn modelId="{FD4D3976-E0AD-4DDE-BEC3-4427B1F706BC}" srcId="{041EFB9B-171F-4AB1-B668-58AAE8E51F75}" destId="{79675195-CF91-4096-B2EC-07DA905B45A7}" srcOrd="6" destOrd="0" parTransId="{831C743C-EB78-4B59-8A1E-DDCA1EB01171}" sibTransId="{6A2D016C-C94D-46DA-856B-AD5B660E903C}"/>
    <dgm:cxn modelId="{16088D76-7030-404A-9548-E13DBAA9DD72}" type="presOf" srcId="{4838F3E8-4E3D-4AAA-B15C-CE07685049C0}" destId="{D71FCDD0-3605-4F61-B247-8AB92CEBA58F}" srcOrd="0" destOrd="0" presId="urn:microsoft.com/office/officeart/2005/8/layout/bProcess3"/>
    <dgm:cxn modelId="{A38DCC56-2DA9-4A86-82A1-A754DB5ABA73}" srcId="{DAE385D7-ACFD-4A19-9549-3B8D94AAFEBC}" destId="{7E1432CE-F8DC-4189-8CC4-368FE123D484}" srcOrd="0" destOrd="0" parTransId="{0FE8A622-A6F8-48BD-92C1-477B953E7789}" sibTransId="{4720D8D4-EF5B-41BB-8626-C90F2B98FC03}"/>
    <dgm:cxn modelId="{E490FE76-3674-42F1-BD09-3DEEF742A9CF}" srcId="{5D250AA7-AB68-415F-B8FF-AFD6326BAE83}" destId="{6D25B41B-1706-49B8-8C22-139CF6C6352B}" srcOrd="0" destOrd="0" parTransId="{BE77585D-0091-4C83-B440-271D60F75748}" sibTransId="{9DF2DC9A-55D0-4C39-925B-9A2007B9D559}"/>
    <dgm:cxn modelId="{0BFE5657-E7C8-418F-9F9A-C6FA59B86B9A}" srcId="{041EFB9B-171F-4AB1-B668-58AAE8E51F75}" destId="{5D250AA7-AB68-415F-B8FF-AFD6326BAE83}" srcOrd="4" destOrd="0" parTransId="{8E909CB2-0BF5-4565-8A77-1F90DABF7B2D}" sibTransId="{AFFA6CE7-E1E2-4D33-AAF4-A02517A2C95B}"/>
    <dgm:cxn modelId="{7DF6E959-959C-46AC-847F-96EFE63BCEB7}" type="presOf" srcId="{D23C70D6-76FA-4305-8D30-CC92A1DF11A7}" destId="{3B045B17-893D-4C42-AFDD-53A9A303D746}" srcOrd="0" destOrd="2" presId="urn:microsoft.com/office/officeart/2005/8/layout/bProcess3"/>
    <dgm:cxn modelId="{1A0D167F-8DD3-47B2-8D22-3309FFDB0C35}" srcId="{041EFB9B-171F-4AB1-B668-58AAE8E51F75}" destId="{98E09BAC-B9B1-4CC8-B0EC-759314990E92}" srcOrd="1" destOrd="0" parTransId="{1BEEA2FF-81C3-46BB-B314-EB6C5F3DE334}" sibTransId="{9872542C-CAAA-4B33-88C2-5DC3892ECE09}"/>
    <dgm:cxn modelId="{22350280-38ED-4BEB-A1E7-9273E0E51CD1}" type="presOf" srcId="{7E1432CE-F8DC-4189-8CC4-368FE123D484}" destId="{9FB6CF81-06A3-4CA2-BC3E-4768BD48D81E}" srcOrd="0" destOrd="1" presId="urn:microsoft.com/office/officeart/2005/8/layout/bProcess3"/>
    <dgm:cxn modelId="{AD785680-9034-4691-AC2D-80A251AB863A}" type="presOf" srcId="{6A2D016C-C94D-46DA-856B-AD5B660E903C}" destId="{D2424F1A-FCD4-4AEE-81F6-5C82118B2606}" srcOrd="0" destOrd="0" presId="urn:microsoft.com/office/officeart/2005/8/layout/bProcess3"/>
    <dgm:cxn modelId="{148AC682-EE40-4F04-ACAC-8AA0DEF56719}" type="presOf" srcId="{0DF790EC-D25D-435C-A4E5-75EA5FA46A69}" destId="{CC620400-2F74-4D29-BDAC-89EA9A2B96F9}" srcOrd="0" destOrd="0" presId="urn:microsoft.com/office/officeart/2005/8/layout/bProcess3"/>
    <dgm:cxn modelId="{5129CF84-2596-440F-ACD7-7FE147D270E5}" type="presOf" srcId="{38B9ECE9-9E51-4FEC-8BF4-5F0B965ED768}" destId="{4F714CDB-F6BE-447C-A1FB-E74AA61CA525}" srcOrd="0" destOrd="2" presId="urn:microsoft.com/office/officeart/2005/8/layout/bProcess3"/>
    <dgm:cxn modelId="{A32AB28C-520C-4D0A-965A-DED4506ED0B7}" type="presOf" srcId="{15A1DE86-C666-4308-AB0F-05769B011E19}" destId="{2EAAD902-99B3-4035-8B77-A901CE97603C}" srcOrd="0" destOrd="1" presId="urn:microsoft.com/office/officeart/2005/8/layout/bProcess3"/>
    <dgm:cxn modelId="{1C556B8F-7408-416C-B18B-175675FB6888}" type="presOf" srcId="{9872542C-CAAA-4B33-88C2-5DC3892ECE09}" destId="{360CCBDE-BF64-4F92-B3F7-FED6F51C109E}" srcOrd="1" destOrd="0" presId="urn:microsoft.com/office/officeart/2005/8/layout/bProcess3"/>
    <dgm:cxn modelId="{020CDB8F-D12A-412C-B3BF-F12A3809922C}" type="presOf" srcId="{A5387828-EFE8-4AFE-BEB9-07BFB0C6D06A}" destId="{4F714CDB-F6BE-447C-A1FB-E74AA61CA525}" srcOrd="0" destOrd="0" presId="urn:microsoft.com/office/officeart/2005/8/layout/bProcess3"/>
    <dgm:cxn modelId="{A4E1DB97-E80A-4017-A29A-9DF114252CFE}" type="presOf" srcId="{537C8EF6-F5FC-4957-84C7-0F8712A9BF69}" destId="{3B045B17-893D-4C42-AFDD-53A9A303D746}" srcOrd="0" destOrd="1" presId="urn:microsoft.com/office/officeart/2005/8/layout/bProcess3"/>
    <dgm:cxn modelId="{11ECEA99-4122-419A-87D8-43D73115CDCD}" type="presOf" srcId="{09CE8ED5-E2C1-409F-AF6E-92EBD2CC67E6}" destId="{B4052A57-39F6-4E24-9D64-6BB380D82796}" srcOrd="0" destOrd="0" presId="urn:microsoft.com/office/officeart/2005/8/layout/bProcess3"/>
    <dgm:cxn modelId="{CD87F89B-E08B-4993-A91F-C6CC458CB645}" srcId="{6F36305E-2FAA-45DF-AA68-639405453350}" destId="{537C8EF6-F5FC-4957-84C7-0F8712A9BF69}" srcOrd="0" destOrd="0" parTransId="{B78B31BE-BAAC-4D2E-9313-6B781F0FF4EB}" sibTransId="{8F0D50E6-A2F9-4347-A2F0-60CAADA0996B}"/>
    <dgm:cxn modelId="{1E7ECF9F-E463-4073-AEFC-0966FD27E9B6}" srcId="{6F36305E-2FAA-45DF-AA68-639405453350}" destId="{7B4F7AD1-9CC2-46B0-85CD-BB54B000C344}" srcOrd="2" destOrd="0" parTransId="{322ABD3B-9F5C-43A8-BFC4-124261F49FBE}" sibTransId="{B92D871B-2C31-43DB-953D-49BC9C3539BB}"/>
    <dgm:cxn modelId="{5D6366A4-4E92-4D05-BA07-993FE916B952}" type="presOf" srcId="{9872542C-CAAA-4B33-88C2-5DC3892ECE09}" destId="{DD7C45F9-EAD0-461A-8580-53322109C093}" srcOrd="0" destOrd="0" presId="urn:microsoft.com/office/officeart/2005/8/layout/bProcess3"/>
    <dgm:cxn modelId="{73CA41AF-024B-4838-AB72-FDD944879B0F}" type="presOf" srcId="{DAE385D7-ACFD-4A19-9549-3B8D94AAFEBC}" destId="{9FB6CF81-06A3-4CA2-BC3E-4768BD48D81E}" srcOrd="0" destOrd="0" presId="urn:microsoft.com/office/officeart/2005/8/layout/bProcess3"/>
    <dgm:cxn modelId="{0987DEAF-94ED-425C-9DB0-989C885A12A9}" type="presOf" srcId="{7B4F7AD1-9CC2-46B0-85CD-BB54B000C344}" destId="{3B045B17-893D-4C42-AFDD-53A9A303D746}" srcOrd="0" destOrd="3" presId="urn:microsoft.com/office/officeart/2005/8/layout/bProcess3"/>
    <dgm:cxn modelId="{ED7D7CB1-6E37-4A24-85A3-4909F3351073}" srcId="{041EFB9B-171F-4AB1-B668-58AAE8E51F75}" destId="{0DF790EC-D25D-435C-A4E5-75EA5FA46A69}" srcOrd="5" destOrd="0" parTransId="{82D235FD-EB9F-4719-B7DC-3C6E171F67F9}" sibTransId="{1063E08D-595A-4547-87FC-78404CEBFDA5}"/>
    <dgm:cxn modelId="{FA3902B4-353F-4548-A2E0-D84FF328A265}" type="presOf" srcId="{789FB7D2-F9B5-4519-96FD-D403241AC49B}" destId="{BC02CA67-958D-4DEB-B77C-30562E13493C}" srcOrd="0" destOrd="3" presId="urn:microsoft.com/office/officeart/2005/8/layout/bProcess3"/>
    <dgm:cxn modelId="{D9BA2EBB-C5DB-4DD7-81D2-D1937339C499}" srcId="{5D250AA7-AB68-415F-B8FF-AFD6326BAE83}" destId="{789FB7D2-F9B5-4519-96FD-D403241AC49B}" srcOrd="2" destOrd="0" parTransId="{6C759888-262E-4EE7-BE26-970A2D048045}" sibTransId="{18CE758B-AE11-4ACB-AAFE-C8CEE1CE10C3}"/>
    <dgm:cxn modelId="{ADDADBC0-90A5-408C-AD38-AD8EB6225BCF}" type="presOf" srcId="{AFFA6CE7-E1E2-4D33-AAF4-A02517A2C95B}" destId="{3D1EAC86-EF4D-4FC4-B970-FEA6BD88BD48}" srcOrd="1" destOrd="0" presId="urn:microsoft.com/office/officeart/2005/8/layout/bProcess3"/>
    <dgm:cxn modelId="{4EB71DC2-8BBD-4BC5-9D52-C4D9D7E6DFA0}" srcId="{6F36305E-2FAA-45DF-AA68-639405453350}" destId="{D23C70D6-76FA-4305-8D30-CC92A1DF11A7}" srcOrd="1" destOrd="0" parTransId="{9283F6B4-E10C-4555-8419-56DB26B5C9E0}" sibTransId="{97C878FB-9BE1-4EC5-B1CB-08F978D835E3}"/>
    <dgm:cxn modelId="{8583CAC6-3D75-4BE4-9DFC-351B14A0CE22}" type="presOf" srcId="{5D031703-9761-4638-A971-9261C3D06FB8}" destId="{EB814AAD-C052-47B5-93AE-57DCF75A2DD3}" srcOrd="0" destOrd="1" presId="urn:microsoft.com/office/officeart/2005/8/layout/bProcess3"/>
    <dgm:cxn modelId="{99A78FCC-5A0C-4EAF-BF45-64BF5C28BA5E}" type="presOf" srcId="{6D25B41B-1706-49B8-8C22-139CF6C6352B}" destId="{BC02CA67-958D-4DEB-B77C-30562E13493C}" srcOrd="0" destOrd="1" presId="urn:microsoft.com/office/officeart/2005/8/layout/bProcess3"/>
    <dgm:cxn modelId="{A32694CF-A092-49A7-9B50-62F49E3406B2}" type="presOf" srcId="{6A53596C-AB8F-4594-9B93-8824A9E3CF62}" destId="{00160C5E-A38F-4FBB-98E4-A89B688D96D0}" srcOrd="0" destOrd="1" presId="urn:microsoft.com/office/officeart/2005/8/layout/bProcess3"/>
    <dgm:cxn modelId="{31607AD4-656D-49F4-A2D5-4F3EAC5805B8}" type="presOf" srcId="{6A2D016C-C94D-46DA-856B-AD5B660E903C}" destId="{335C51A4-04D0-4BD5-96B5-D6B540B6EE59}" srcOrd="1" destOrd="0" presId="urn:microsoft.com/office/officeart/2005/8/layout/bProcess3"/>
    <dgm:cxn modelId="{C85BA2D6-B484-452D-8DBC-1AADD93424B3}" srcId="{5D250AA7-AB68-415F-B8FF-AFD6326BAE83}" destId="{77943BDA-566F-4CE8-A360-8E124CC27B46}" srcOrd="1" destOrd="0" parTransId="{FE2C85BC-690D-4260-8148-77F98A307564}" sibTransId="{3DDCAE2A-2F80-45A2-9B81-0A66A59DC807}"/>
    <dgm:cxn modelId="{D3291DE4-6760-4600-9F40-C052E5BA2104}" srcId="{98E09BAC-B9B1-4CC8-B0EC-759314990E92}" destId="{15A1DE86-C666-4308-AB0F-05769B011E19}" srcOrd="0" destOrd="0" parTransId="{17EEDB6F-8480-45D9-8A83-7BB2C38E00C8}" sibTransId="{8A1448B1-5BE5-438E-B882-362D393D745F}"/>
    <dgm:cxn modelId="{8547F2EA-A2B0-4294-B9FC-EB2AA31472BB}" type="presOf" srcId="{6F36305E-2FAA-45DF-AA68-639405453350}" destId="{3B045B17-893D-4C42-AFDD-53A9A303D746}" srcOrd="0" destOrd="0" presId="urn:microsoft.com/office/officeart/2005/8/layout/bProcess3"/>
    <dgm:cxn modelId="{6761AAF4-5153-4742-854E-B7669C3815CE}" type="presOf" srcId="{5D250AA7-AB68-415F-B8FF-AFD6326BAE83}" destId="{BC02CA67-958D-4DEB-B77C-30562E13493C}" srcOrd="0" destOrd="0" presId="urn:microsoft.com/office/officeart/2005/8/layout/bProcess3"/>
    <dgm:cxn modelId="{86E87EFA-B2EF-4138-ABAD-A2D42DAB0722}" srcId="{A5387828-EFE8-4AFE-BEB9-07BFB0C6D06A}" destId="{38B9ECE9-9E51-4FEC-8BF4-5F0B965ED768}" srcOrd="1" destOrd="0" parTransId="{F9F3F1A4-7A99-495C-BF74-4E4E49022A2E}" sibTransId="{1E1D62BB-0937-481F-8F88-1FE472503E02}"/>
    <dgm:cxn modelId="{A6B35FFC-772F-4A72-8D38-7363E2916DDE}" srcId="{DAE385D7-ACFD-4A19-9549-3B8D94AAFEBC}" destId="{C9279A34-6A31-4408-83EA-CB72244F70CB}" srcOrd="1" destOrd="0" parTransId="{F5873CAE-3F1E-4430-BDAE-7969213FECDF}" sibTransId="{9819C42F-FBF1-4BF6-B72F-EBC0B1CAB524}"/>
    <dgm:cxn modelId="{E2A4B3FC-B853-42AB-B8E7-9205CEADEC84}" type="presOf" srcId="{4838F3E8-4E3D-4AAA-B15C-CE07685049C0}" destId="{08A60800-410D-4168-AD8B-CED1A94D9D8A}" srcOrd="1" destOrd="0" presId="urn:microsoft.com/office/officeart/2005/8/layout/bProcess3"/>
    <dgm:cxn modelId="{48DFF781-DEC0-462F-90DF-44B208EB5F63}" type="presParOf" srcId="{956DACC1-6B7E-4BB7-A0B8-7C68425C6085}" destId="{4F714CDB-F6BE-447C-A1FB-E74AA61CA525}" srcOrd="0" destOrd="0" presId="urn:microsoft.com/office/officeart/2005/8/layout/bProcess3"/>
    <dgm:cxn modelId="{26926848-908F-4FDD-B71B-FAF52F090685}" type="presParOf" srcId="{956DACC1-6B7E-4BB7-A0B8-7C68425C6085}" destId="{87E37EAC-67A9-40BD-9ABA-396D5A3939CC}" srcOrd="1" destOrd="0" presId="urn:microsoft.com/office/officeart/2005/8/layout/bProcess3"/>
    <dgm:cxn modelId="{38AA9FD0-762D-4B71-980B-E81325020867}" type="presParOf" srcId="{87E37EAC-67A9-40BD-9ABA-396D5A3939CC}" destId="{B48AEBF0-DC76-4915-B0B8-913DA7E5266B}" srcOrd="0" destOrd="0" presId="urn:microsoft.com/office/officeart/2005/8/layout/bProcess3"/>
    <dgm:cxn modelId="{06A3DD80-CE7D-4D26-8031-EA88C3109E5A}" type="presParOf" srcId="{956DACC1-6B7E-4BB7-A0B8-7C68425C6085}" destId="{2EAAD902-99B3-4035-8B77-A901CE97603C}" srcOrd="2" destOrd="0" presId="urn:microsoft.com/office/officeart/2005/8/layout/bProcess3"/>
    <dgm:cxn modelId="{78AB8110-54E9-4564-A78B-77D04761E79F}" type="presParOf" srcId="{956DACC1-6B7E-4BB7-A0B8-7C68425C6085}" destId="{DD7C45F9-EAD0-461A-8580-53322109C093}" srcOrd="3" destOrd="0" presId="urn:microsoft.com/office/officeart/2005/8/layout/bProcess3"/>
    <dgm:cxn modelId="{07A47AF7-AA35-4E25-A08D-5B723F8E2B37}" type="presParOf" srcId="{DD7C45F9-EAD0-461A-8580-53322109C093}" destId="{360CCBDE-BF64-4F92-B3F7-FED6F51C109E}" srcOrd="0" destOrd="0" presId="urn:microsoft.com/office/officeart/2005/8/layout/bProcess3"/>
    <dgm:cxn modelId="{51A2E8C7-C517-4AE1-89BE-A6481897491C}" type="presParOf" srcId="{956DACC1-6B7E-4BB7-A0B8-7C68425C6085}" destId="{3B045B17-893D-4C42-AFDD-53A9A303D746}" srcOrd="4" destOrd="0" presId="urn:microsoft.com/office/officeart/2005/8/layout/bProcess3"/>
    <dgm:cxn modelId="{3EAC375E-3346-4E90-9A2B-86627BFD1BC1}" type="presParOf" srcId="{956DACC1-6B7E-4BB7-A0B8-7C68425C6085}" destId="{B4052A57-39F6-4E24-9D64-6BB380D82796}" srcOrd="5" destOrd="0" presId="urn:microsoft.com/office/officeart/2005/8/layout/bProcess3"/>
    <dgm:cxn modelId="{8A2F6F6E-E953-46CC-9624-FC1666942B2A}" type="presParOf" srcId="{B4052A57-39F6-4E24-9D64-6BB380D82796}" destId="{CF8F1375-2D2B-4713-AD9D-657D7F6574B0}" srcOrd="0" destOrd="0" presId="urn:microsoft.com/office/officeart/2005/8/layout/bProcess3"/>
    <dgm:cxn modelId="{559C3646-139F-4D66-A7BE-4778BD3772D6}" type="presParOf" srcId="{956DACC1-6B7E-4BB7-A0B8-7C68425C6085}" destId="{EB814AAD-C052-47B5-93AE-57DCF75A2DD3}" srcOrd="6" destOrd="0" presId="urn:microsoft.com/office/officeart/2005/8/layout/bProcess3"/>
    <dgm:cxn modelId="{E8860FC4-6DDC-4921-AE85-EE91C5277C60}" type="presParOf" srcId="{956DACC1-6B7E-4BB7-A0B8-7C68425C6085}" destId="{D71FCDD0-3605-4F61-B247-8AB92CEBA58F}" srcOrd="7" destOrd="0" presId="urn:microsoft.com/office/officeart/2005/8/layout/bProcess3"/>
    <dgm:cxn modelId="{58CDC821-441F-414D-AAE2-34343DFCEAB6}" type="presParOf" srcId="{D71FCDD0-3605-4F61-B247-8AB92CEBA58F}" destId="{08A60800-410D-4168-AD8B-CED1A94D9D8A}" srcOrd="0" destOrd="0" presId="urn:microsoft.com/office/officeart/2005/8/layout/bProcess3"/>
    <dgm:cxn modelId="{596CFF5A-F731-4C46-AAA3-94B29061826D}" type="presParOf" srcId="{956DACC1-6B7E-4BB7-A0B8-7C68425C6085}" destId="{BC02CA67-958D-4DEB-B77C-30562E13493C}" srcOrd="8" destOrd="0" presId="urn:microsoft.com/office/officeart/2005/8/layout/bProcess3"/>
    <dgm:cxn modelId="{9B1F854B-A4AB-4113-A432-ACA1ACF25570}" type="presParOf" srcId="{956DACC1-6B7E-4BB7-A0B8-7C68425C6085}" destId="{C76B0124-FB0B-4FE7-BB98-F6F4780ED432}" srcOrd="9" destOrd="0" presId="urn:microsoft.com/office/officeart/2005/8/layout/bProcess3"/>
    <dgm:cxn modelId="{28658A46-9DEC-4701-A624-CA06A545ACA2}" type="presParOf" srcId="{C76B0124-FB0B-4FE7-BB98-F6F4780ED432}" destId="{3D1EAC86-EF4D-4FC4-B970-FEA6BD88BD48}" srcOrd="0" destOrd="0" presId="urn:microsoft.com/office/officeart/2005/8/layout/bProcess3"/>
    <dgm:cxn modelId="{CB59B10B-1AD6-42A2-9FA7-9EC7008E5809}" type="presParOf" srcId="{956DACC1-6B7E-4BB7-A0B8-7C68425C6085}" destId="{CC620400-2F74-4D29-BDAC-89EA9A2B96F9}" srcOrd="10" destOrd="0" presId="urn:microsoft.com/office/officeart/2005/8/layout/bProcess3"/>
    <dgm:cxn modelId="{CB815E84-8C33-45AE-9B96-F10CD949ED95}" type="presParOf" srcId="{956DACC1-6B7E-4BB7-A0B8-7C68425C6085}" destId="{1E24E573-FA15-4CE8-AC01-1FCF4106DB70}" srcOrd="11" destOrd="0" presId="urn:microsoft.com/office/officeart/2005/8/layout/bProcess3"/>
    <dgm:cxn modelId="{BE0610EC-F832-4E55-AC60-FA098634B998}" type="presParOf" srcId="{1E24E573-FA15-4CE8-AC01-1FCF4106DB70}" destId="{E502DA15-4374-40EB-B0B9-DE71CE9B3116}" srcOrd="0" destOrd="0" presId="urn:microsoft.com/office/officeart/2005/8/layout/bProcess3"/>
    <dgm:cxn modelId="{B4935519-EE13-4D3F-8BF6-72BDBF5D89DB}" type="presParOf" srcId="{956DACC1-6B7E-4BB7-A0B8-7C68425C6085}" destId="{00160C5E-A38F-4FBB-98E4-A89B688D96D0}" srcOrd="12" destOrd="0" presId="urn:microsoft.com/office/officeart/2005/8/layout/bProcess3"/>
    <dgm:cxn modelId="{84412F71-64C7-47D4-9AB2-79E805AA44D9}" type="presParOf" srcId="{956DACC1-6B7E-4BB7-A0B8-7C68425C6085}" destId="{D2424F1A-FCD4-4AEE-81F6-5C82118B2606}" srcOrd="13" destOrd="0" presId="urn:microsoft.com/office/officeart/2005/8/layout/bProcess3"/>
    <dgm:cxn modelId="{784DD7BE-5DC4-4F52-B0AE-44EB9F135836}" type="presParOf" srcId="{D2424F1A-FCD4-4AEE-81F6-5C82118B2606}" destId="{335C51A4-04D0-4BD5-96B5-D6B540B6EE59}" srcOrd="0" destOrd="0" presId="urn:microsoft.com/office/officeart/2005/8/layout/bProcess3"/>
    <dgm:cxn modelId="{D829D1D2-BE69-48CD-954D-8DD9E7E300DA}" type="presParOf" srcId="{956DACC1-6B7E-4BB7-A0B8-7C68425C6085}" destId="{9FB6CF81-06A3-4CA2-BC3E-4768BD48D81E}" srcOrd="14" destOrd="0" presId="urn:microsoft.com/office/officeart/2005/8/layout/bProcess3"/>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4772F134-59C1-46FF-8DF0-89B0184D93E8}" type="doc">
      <dgm:prSet loTypeId="urn:microsoft.com/office/officeart/2005/8/layout/hList1" loCatId="list" qsTypeId="urn:microsoft.com/office/officeart/2005/8/quickstyle/simple1" qsCatId="simple" csTypeId="urn:microsoft.com/office/officeart/2005/8/colors/accent1_2" csCatId="accent1" phldr="1"/>
      <dgm:spPr/>
      <dgm:t>
        <a:bodyPr/>
        <a:lstStyle/>
        <a:p>
          <a:endParaRPr lang="en-IN"/>
        </a:p>
      </dgm:t>
    </dgm:pt>
    <dgm:pt modelId="{B915B1B0-2D78-4281-A5B1-850D3E856680}">
      <dgm:prSet phldrT="[Text]"/>
      <dgm:spPr/>
      <dgm:t>
        <a:bodyPr/>
        <a:lstStyle/>
        <a:p>
          <a:pPr>
            <a:buNone/>
          </a:pPr>
          <a:r>
            <a:rPr lang="en-IN" b="0"/>
            <a:t>Model Training Performance</a:t>
          </a:r>
        </a:p>
      </dgm:t>
    </dgm:pt>
    <dgm:pt modelId="{21A439D2-8A46-4DE0-BBD1-C1D518454A33}" type="parTrans" cxnId="{394202F4-2B28-43DF-AC88-EA0463420AF6}">
      <dgm:prSet/>
      <dgm:spPr/>
      <dgm:t>
        <a:bodyPr/>
        <a:lstStyle/>
        <a:p>
          <a:endParaRPr lang="en-IN"/>
        </a:p>
      </dgm:t>
    </dgm:pt>
    <dgm:pt modelId="{7519DD0E-1CC9-40FF-97AC-FA306BDCA51C}" type="sibTrans" cxnId="{394202F4-2B28-43DF-AC88-EA0463420AF6}">
      <dgm:prSet/>
      <dgm:spPr/>
      <dgm:t>
        <a:bodyPr/>
        <a:lstStyle/>
        <a:p>
          <a:endParaRPr lang="en-IN"/>
        </a:p>
      </dgm:t>
    </dgm:pt>
    <dgm:pt modelId="{FCE275C8-192B-4AA0-8F1F-D3359C309861}">
      <dgm:prSet phldrT="[Text]"/>
      <dgm:spPr/>
      <dgm:t>
        <a:bodyPr/>
        <a:lstStyle/>
        <a:p>
          <a:pPr>
            <a:buFont typeface="Arial" panose="020B0604020202020204" pitchFamily="34" charset="0"/>
            <a:buChar char="•"/>
          </a:pPr>
          <a:r>
            <a:rPr lang="en-IN" b="0" dirty="0"/>
            <a:t>Trained for 15 epochs on FER dataset </a:t>
          </a:r>
        </a:p>
      </dgm:t>
    </dgm:pt>
    <dgm:pt modelId="{1BF2CDFC-2A84-4E0B-9803-02D938C8918C}" type="parTrans" cxnId="{8612411A-7551-4485-B3F4-95CBCC4F29E5}">
      <dgm:prSet/>
      <dgm:spPr/>
      <dgm:t>
        <a:bodyPr/>
        <a:lstStyle/>
        <a:p>
          <a:endParaRPr lang="en-IN"/>
        </a:p>
      </dgm:t>
    </dgm:pt>
    <dgm:pt modelId="{6E78D652-E2D5-415F-B4AC-6008DDEA9BB1}" type="sibTrans" cxnId="{8612411A-7551-4485-B3F4-95CBCC4F29E5}">
      <dgm:prSet/>
      <dgm:spPr/>
      <dgm:t>
        <a:bodyPr/>
        <a:lstStyle/>
        <a:p>
          <a:endParaRPr lang="en-IN"/>
        </a:p>
      </dgm:t>
    </dgm:pt>
    <dgm:pt modelId="{6D63FD5E-9C57-48F7-BD99-9DE138531E81}">
      <dgm:prSet phldrT="[Text]"/>
      <dgm:spPr/>
      <dgm:t>
        <a:bodyPr/>
        <a:lstStyle/>
        <a:p>
          <a:pPr>
            <a:buNone/>
          </a:pPr>
          <a:r>
            <a:rPr lang="en-IN" b="0" dirty="0"/>
            <a:t>Model Evaluation </a:t>
          </a:r>
        </a:p>
      </dgm:t>
    </dgm:pt>
    <dgm:pt modelId="{3B11B195-A415-4B31-AC68-6C860D771E49}" type="parTrans" cxnId="{13A56A68-BB51-4613-B7A1-CD100B8E5811}">
      <dgm:prSet/>
      <dgm:spPr/>
      <dgm:t>
        <a:bodyPr/>
        <a:lstStyle/>
        <a:p>
          <a:endParaRPr lang="en-IN"/>
        </a:p>
      </dgm:t>
    </dgm:pt>
    <dgm:pt modelId="{7CCA9B76-9929-48BD-981A-07950B4EECEA}" type="sibTrans" cxnId="{13A56A68-BB51-4613-B7A1-CD100B8E5811}">
      <dgm:prSet/>
      <dgm:spPr/>
      <dgm:t>
        <a:bodyPr/>
        <a:lstStyle/>
        <a:p>
          <a:endParaRPr lang="en-IN"/>
        </a:p>
      </dgm:t>
    </dgm:pt>
    <dgm:pt modelId="{222DC3A6-01CA-42A0-8E7E-CF2B0DDFD8F1}">
      <dgm:prSet phldrT="[Text]"/>
      <dgm:spPr/>
      <dgm:t>
        <a:bodyPr/>
        <a:lstStyle/>
        <a:p>
          <a:pPr>
            <a:buFont typeface="Arial" panose="020B0604020202020204" pitchFamily="34" charset="0"/>
            <a:buChar char="•"/>
          </a:pPr>
          <a:r>
            <a:rPr lang="en-US" b="0" dirty="0"/>
            <a:t>Final Test Accuracy: 57.5%</a:t>
          </a:r>
          <a:endParaRPr lang="en-IN" b="0" dirty="0"/>
        </a:p>
      </dgm:t>
    </dgm:pt>
    <dgm:pt modelId="{E6067593-A3AC-4802-961D-4E5E17FAE1DA}" type="parTrans" cxnId="{EBA212FD-5DF1-4B2F-A53F-8BA1EB044138}">
      <dgm:prSet/>
      <dgm:spPr/>
      <dgm:t>
        <a:bodyPr/>
        <a:lstStyle/>
        <a:p>
          <a:endParaRPr lang="en-IN"/>
        </a:p>
      </dgm:t>
    </dgm:pt>
    <dgm:pt modelId="{9465D4F9-3C94-4C76-9B6E-D349828DF9ED}" type="sibTrans" cxnId="{EBA212FD-5DF1-4B2F-A53F-8BA1EB044138}">
      <dgm:prSet/>
      <dgm:spPr/>
      <dgm:t>
        <a:bodyPr/>
        <a:lstStyle/>
        <a:p>
          <a:endParaRPr lang="en-IN"/>
        </a:p>
      </dgm:t>
    </dgm:pt>
    <dgm:pt modelId="{A33DBB1E-65D6-4520-A903-99FE90CA847F}">
      <dgm:prSet phldrT="[Text]"/>
      <dgm:spPr/>
      <dgm:t>
        <a:bodyPr/>
        <a:lstStyle/>
        <a:p>
          <a:pPr>
            <a:buNone/>
          </a:pPr>
          <a:r>
            <a:rPr lang="en-IN" dirty="0"/>
            <a:t>Confusion Matrix Insights</a:t>
          </a:r>
          <a:endParaRPr lang="en-IN" b="0" dirty="0"/>
        </a:p>
      </dgm:t>
    </dgm:pt>
    <dgm:pt modelId="{26AB94E9-DF5F-421A-BA11-26548F221148}" type="parTrans" cxnId="{6F6367CC-809B-40D8-B8B6-A95DE8517611}">
      <dgm:prSet/>
      <dgm:spPr/>
      <dgm:t>
        <a:bodyPr/>
        <a:lstStyle/>
        <a:p>
          <a:endParaRPr lang="en-IN"/>
        </a:p>
      </dgm:t>
    </dgm:pt>
    <dgm:pt modelId="{007CB47C-3ED6-4B83-9A9B-828561412B6A}" type="sibTrans" cxnId="{6F6367CC-809B-40D8-B8B6-A95DE8517611}">
      <dgm:prSet/>
      <dgm:spPr/>
      <dgm:t>
        <a:bodyPr/>
        <a:lstStyle/>
        <a:p>
          <a:endParaRPr lang="en-IN"/>
        </a:p>
      </dgm:t>
    </dgm:pt>
    <dgm:pt modelId="{B0DCE4E2-0D0F-48CE-AEC8-8F9D8C68907B}">
      <dgm:prSet phldrT="[Text]"/>
      <dgm:spPr/>
      <dgm:t>
        <a:bodyPr/>
        <a:lstStyle/>
        <a:p>
          <a:pPr>
            <a:buFont typeface="Arial" panose="020B0604020202020204" pitchFamily="34" charset="0"/>
            <a:buChar char="•"/>
          </a:pPr>
          <a:r>
            <a:rPr lang="en-US" b="0" dirty="0"/>
            <a:t>Model performs well on: Happy (775 correct predictions); </a:t>
          </a:r>
          <a:r>
            <a:rPr lang="en-IN" b="0" dirty="0"/>
            <a:t>Surprise (332 correct) </a:t>
          </a:r>
        </a:p>
      </dgm:t>
    </dgm:pt>
    <dgm:pt modelId="{6D1DBEA4-6A93-415B-B0AD-B666DA6F8B05}" type="parTrans" cxnId="{5375BD6C-9596-4249-84FE-3893D12853EA}">
      <dgm:prSet/>
      <dgm:spPr/>
      <dgm:t>
        <a:bodyPr/>
        <a:lstStyle/>
        <a:p>
          <a:endParaRPr lang="en-IN"/>
        </a:p>
      </dgm:t>
    </dgm:pt>
    <dgm:pt modelId="{4D6EE35F-0FEB-4B0F-8F72-FA8EA9B5B0E0}" type="sibTrans" cxnId="{5375BD6C-9596-4249-84FE-3893D12853EA}">
      <dgm:prSet/>
      <dgm:spPr/>
      <dgm:t>
        <a:bodyPr/>
        <a:lstStyle/>
        <a:p>
          <a:endParaRPr lang="en-IN"/>
        </a:p>
      </dgm:t>
    </dgm:pt>
    <dgm:pt modelId="{3BAF36E4-FCE0-466C-B2F8-5827CAF77262}">
      <dgm:prSet/>
      <dgm:spPr/>
      <dgm:t>
        <a:bodyPr/>
        <a:lstStyle/>
        <a:p>
          <a:pPr>
            <a:buFont typeface="Arial" panose="020B0604020202020204" pitchFamily="34" charset="0"/>
            <a:buChar char="•"/>
          </a:pPr>
          <a:r>
            <a:rPr lang="en-IN" b="0"/>
            <a:t>Achieved: </a:t>
          </a:r>
        </a:p>
      </dgm:t>
    </dgm:pt>
    <dgm:pt modelId="{927494BC-9E1C-4CB3-8F1F-7FA3E8B7FBFA}" type="parTrans" cxnId="{9DA69F0F-83B3-4CEC-B330-106C35D2A61C}">
      <dgm:prSet/>
      <dgm:spPr/>
      <dgm:t>
        <a:bodyPr/>
        <a:lstStyle/>
        <a:p>
          <a:endParaRPr lang="en-IN"/>
        </a:p>
      </dgm:t>
    </dgm:pt>
    <dgm:pt modelId="{6644C99C-7DD2-40CD-8E70-0F3A01C31D89}" type="sibTrans" cxnId="{9DA69F0F-83B3-4CEC-B330-106C35D2A61C}">
      <dgm:prSet/>
      <dgm:spPr/>
      <dgm:t>
        <a:bodyPr/>
        <a:lstStyle/>
        <a:p>
          <a:endParaRPr lang="en-IN"/>
        </a:p>
      </dgm:t>
    </dgm:pt>
    <dgm:pt modelId="{A41A0155-A173-40CA-B315-C4E69A5C1915}">
      <dgm:prSet/>
      <dgm:spPr/>
      <dgm:t>
        <a:bodyPr/>
        <a:lstStyle/>
        <a:p>
          <a:pPr>
            <a:buFont typeface="Arial" panose="020B0604020202020204" pitchFamily="34" charset="0"/>
            <a:buChar char="•"/>
          </a:pPr>
          <a:r>
            <a:rPr lang="en-IN" b="0" dirty="0"/>
            <a:t>Training Accuracy: 51–52% </a:t>
          </a:r>
        </a:p>
      </dgm:t>
    </dgm:pt>
    <dgm:pt modelId="{01123831-71AB-4DBD-97C7-4C10CDAAB39C}" type="parTrans" cxnId="{978520FF-F69F-4462-AA6B-11266B71C48E}">
      <dgm:prSet/>
      <dgm:spPr/>
      <dgm:t>
        <a:bodyPr/>
        <a:lstStyle/>
        <a:p>
          <a:endParaRPr lang="en-IN"/>
        </a:p>
      </dgm:t>
    </dgm:pt>
    <dgm:pt modelId="{3789A176-B1AF-476B-8C8F-5B3387E116C2}" type="sibTrans" cxnId="{978520FF-F69F-4462-AA6B-11266B71C48E}">
      <dgm:prSet/>
      <dgm:spPr/>
      <dgm:t>
        <a:bodyPr/>
        <a:lstStyle/>
        <a:p>
          <a:endParaRPr lang="en-IN"/>
        </a:p>
      </dgm:t>
    </dgm:pt>
    <dgm:pt modelId="{25DAB542-4D4A-4587-B436-1360BD76C489}">
      <dgm:prSet/>
      <dgm:spPr/>
      <dgm:t>
        <a:bodyPr/>
        <a:lstStyle/>
        <a:p>
          <a:pPr>
            <a:buFont typeface="Arial" panose="020B0604020202020204" pitchFamily="34" charset="0"/>
            <a:buChar char="•"/>
          </a:pPr>
          <a:r>
            <a:rPr lang="en-IN" b="0" dirty="0"/>
            <a:t>Validation Accuracy: 52–53% </a:t>
          </a:r>
        </a:p>
      </dgm:t>
    </dgm:pt>
    <dgm:pt modelId="{E3AFB3E6-2AFF-43D1-9767-F41391E045BD}" type="parTrans" cxnId="{6DE5F40E-97F6-4288-9799-B642DF0F06F6}">
      <dgm:prSet/>
      <dgm:spPr/>
      <dgm:t>
        <a:bodyPr/>
        <a:lstStyle/>
        <a:p>
          <a:endParaRPr lang="en-IN"/>
        </a:p>
      </dgm:t>
    </dgm:pt>
    <dgm:pt modelId="{FA41DF01-9FF7-46EA-BC03-BEEE9EC6706C}" type="sibTrans" cxnId="{6DE5F40E-97F6-4288-9799-B642DF0F06F6}">
      <dgm:prSet/>
      <dgm:spPr/>
      <dgm:t>
        <a:bodyPr/>
        <a:lstStyle/>
        <a:p>
          <a:endParaRPr lang="en-IN"/>
        </a:p>
      </dgm:t>
    </dgm:pt>
    <dgm:pt modelId="{9E9C42F9-85BF-455F-AC37-C0E983C1702C}">
      <dgm:prSet/>
      <dgm:spPr/>
      <dgm:t>
        <a:bodyPr/>
        <a:lstStyle/>
        <a:p>
          <a:pPr>
            <a:buFont typeface="Arial" panose="020B0604020202020204" pitchFamily="34" charset="0"/>
            <a:buChar char="•"/>
          </a:pPr>
          <a:r>
            <a:rPr lang="en-IN" b="0"/>
            <a:t>Loss reduced significantly: </a:t>
          </a:r>
        </a:p>
      </dgm:t>
    </dgm:pt>
    <dgm:pt modelId="{76D9C965-979E-4333-80DA-67A1D2C1B7B8}" type="parTrans" cxnId="{940AA14B-A03C-451A-828A-E5A6FEEB7979}">
      <dgm:prSet/>
      <dgm:spPr/>
      <dgm:t>
        <a:bodyPr/>
        <a:lstStyle/>
        <a:p>
          <a:endParaRPr lang="en-IN"/>
        </a:p>
      </dgm:t>
    </dgm:pt>
    <dgm:pt modelId="{3050848A-4BC2-47AB-98C6-F186CF17F1F5}" type="sibTrans" cxnId="{940AA14B-A03C-451A-828A-E5A6FEEB7979}">
      <dgm:prSet/>
      <dgm:spPr/>
      <dgm:t>
        <a:bodyPr/>
        <a:lstStyle/>
        <a:p>
          <a:endParaRPr lang="en-IN"/>
        </a:p>
      </dgm:t>
    </dgm:pt>
    <dgm:pt modelId="{A399A14C-E359-4E97-AB2E-324E83FB3329}">
      <dgm:prSet/>
      <dgm:spPr/>
      <dgm:t>
        <a:bodyPr/>
        <a:lstStyle/>
        <a:p>
          <a:pPr>
            <a:buFont typeface="Arial" panose="020B0604020202020204" pitchFamily="34" charset="0"/>
            <a:buChar char="•"/>
          </a:pPr>
          <a:r>
            <a:rPr lang="en-IN" b="0" dirty="0"/>
            <a:t>4.0 → 1.45 (training loss) </a:t>
          </a:r>
        </a:p>
      </dgm:t>
    </dgm:pt>
    <dgm:pt modelId="{48488CE5-16F8-4B8B-9E44-4E9581566069}" type="parTrans" cxnId="{23B925E2-FD52-4413-8B52-B169AE5C881E}">
      <dgm:prSet/>
      <dgm:spPr/>
      <dgm:t>
        <a:bodyPr/>
        <a:lstStyle/>
        <a:p>
          <a:endParaRPr lang="en-IN"/>
        </a:p>
      </dgm:t>
    </dgm:pt>
    <dgm:pt modelId="{311F30FB-6761-4B95-B6D1-E8CFC5B0CF45}" type="sibTrans" cxnId="{23B925E2-FD52-4413-8B52-B169AE5C881E}">
      <dgm:prSet/>
      <dgm:spPr/>
      <dgm:t>
        <a:bodyPr/>
        <a:lstStyle/>
        <a:p>
          <a:endParaRPr lang="en-IN"/>
        </a:p>
      </dgm:t>
    </dgm:pt>
    <dgm:pt modelId="{15483FE0-BD04-4BC9-BF5C-BDE3560380C0}">
      <dgm:prSet/>
      <dgm:spPr/>
      <dgm:t>
        <a:bodyPr/>
        <a:lstStyle/>
        <a:p>
          <a:pPr>
            <a:buFont typeface="Arial" panose="020B0604020202020204" pitchFamily="34" charset="0"/>
            <a:buChar char="•"/>
          </a:pPr>
          <a:r>
            <a:rPr lang="en-IN" b="0" dirty="0"/>
            <a:t>3.5 → 1.45 (validation loss) </a:t>
          </a:r>
        </a:p>
      </dgm:t>
    </dgm:pt>
    <dgm:pt modelId="{0301425F-75E0-47A0-AA2C-760A6DD4C480}" type="parTrans" cxnId="{5697163C-BDE5-4150-81CB-6586D0B86A3D}">
      <dgm:prSet/>
      <dgm:spPr/>
      <dgm:t>
        <a:bodyPr/>
        <a:lstStyle/>
        <a:p>
          <a:endParaRPr lang="en-IN"/>
        </a:p>
      </dgm:t>
    </dgm:pt>
    <dgm:pt modelId="{59D57092-DD5B-4AC1-9123-DB99C101A3DF}" type="sibTrans" cxnId="{5697163C-BDE5-4150-81CB-6586D0B86A3D}">
      <dgm:prSet/>
      <dgm:spPr/>
      <dgm:t>
        <a:bodyPr/>
        <a:lstStyle/>
        <a:p>
          <a:endParaRPr lang="en-IN"/>
        </a:p>
      </dgm:t>
    </dgm:pt>
    <dgm:pt modelId="{D7D88F35-8CE4-454F-BC0D-C695FEF23C4F}">
      <dgm:prSet/>
      <dgm:spPr/>
      <dgm:t>
        <a:bodyPr/>
        <a:lstStyle/>
        <a:p>
          <a:pPr>
            <a:buFont typeface="Arial" panose="020B0604020202020204" pitchFamily="34" charset="0"/>
            <a:buChar char="•"/>
          </a:pPr>
          <a:r>
            <a:rPr lang="en-US" b="0" dirty="0"/>
            <a:t>Weak classes identified: Fear: Recall = 0.167; </a:t>
          </a:r>
          <a:r>
            <a:rPr lang="en-IN" b="0" dirty="0"/>
            <a:t>Disgust: Recall = 0.192</a:t>
          </a:r>
          <a:endParaRPr lang="en-US" b="0" dirty="0"/>
        </a:p>
      </dgm:t>
    </dgm:pt>
    <dgm:pt modelId="{5E5FCFC6-37D6-4885-8BAE-D862495F5FB0}" type="parTrans" cxnId="{F1A60614-DAEB-4A6A-A5D2-6894B1CAB1F1}">
      <dgm:prSet/>
      <dgm:spPr/>
      <dgm:t>
        <a:bodyPr/>
        <a:lstStyle/>
        <a:p>
          <a:endParaRPr lang="en-IN"/>
        </a:p>
      </dgm:t>
    </dgm:pt>
    <dgm:pt modelId="{A9456EE6-DFA2-4710-AB32-80866F7C65C9}" type="sibTrans" cxnId="{F1A60614-DAEB-4A6A-A5D2-6894B1CAB1F1}">
      <dgm:prSet/>
      <dgm:spPr/>
      <dgm:t>
        <a:bodyPr/>
        <a:lstStyle/>
        <a:p>
          <a:endParaRPr lang="en-IN"/>
        </a:p>
      </dgm:t>
    </dgm:pt>
    <dgm:pt modelId="{3E37B99B-F586-4D3A-915A-136D6F7E7547}">
      <dgm:prSet phldrT="[Text]"/>
      <dgm:spPr/>
      <dgm:t>
        <a:bodyPr/>
        <a:lstStyle/>
        <a:p>
          <a:pPr>
            <a:buFont typeface="Arial" panose="020B0604020202020204" pitchFamily="34" charset="0"/>
            <a:buChar char="•"/>
          </a:pPr>
          <a:r>
            <a:rPr lang="en-US" b="0" dirty="0"/>
            <a:t>Strong class performance: Happy: F1 = 0.794 (best); </a:t>
          </a:r>
          <a:r>
            <a:rPr lang="en-IN" b="0" dirty="0"/>
            <a:t>Sad: F1 = 0.715 </a:t>
          </a:r>
        </a:p>
      </dgm:t>
    </dgm:pt>
    <dgm:pt modelId="{3519FF59-B1BA-4145-A25D-BDE74F0F3321}" type="parTrans" cxnId="{E15A1786-7A3F-41B6-A4A2-7D78185E3E10}">
      <dgm:prSet/>
      <dgm:spPr/>
      <dgm:t>
        <a:bodyPr/>
        <a:lstStyle/>
        <a:p>
          <a:endParaRPr lang="en-IN"/>
        </a:p>
      </dgm:t>
    </dgm:pt>
    <dgm:pt modelId="{BF3B971B-774C-482C-BD1E-289256E0EEC5}" type="sibTrans" cxnId="{E15A1786-7A3F-41B6-A4A2-7D78185E3E10}">
      <dgm:prSet/>
      <dgm:spPr/>
      <dgm:t>
        <a:bodyPr/>
        <a:lstStyle/>
        <a:p>
          <a:endParaRPr lang="en-IN"/>
        </a:p>
      </dgm:t>
    </dgm:pt>
    <dgm:pt modelId="{B6E80BD5-E27B-4B4A-9659-516E9BB62285}">
      <dgm:prSet/>
      <dgm:spPr/>
      <dgm:t>
        <a:bodyPr/>
        <a:lstStyle/>
        <a:p>
          <a:pPr>
            <a:buFont typeface="Arial" panose="020B0604020202020204" pitchFamily="34" charset="0"/>
            <a:buChar char="•"/>
          </a:pPr>
          <a:endParaRPr lang="en-US" b="0" dirty="0"/>
        </a:p>
      </dgm:t>
    </dgm:pt>
    <dgm:pt modelId="{DE5A4285-8A12-495A-A3CC-282D1FFC1631}" type="parTrans" cxnId="{53FE7A64-34F1-4D07-BB3E-70CE8E9FD470}">
      <dgm:prSet/>
      <dgm:spPr/>
      <dgm:t>
        <a:bodyPr/>
        <a:lstStyle/>
        <a:p>
          <a:endParaRPr lang="en-IN"/>
        </a:p>
      </dgm:t>
    </dgm:pt>
    <dgm:pt modelId="{E9637161-DD8D-4478-8968-9027D334B3F3}" type="sibTrans" cxnId="{53FE7A64-34F1-4D07-BB3E-70CE8E9FD470}">
      <dgm:prSet/>
      <dgm:spPr/>
      <dgm:t>
        <a:bodyPr/>
        <a:lstStyle/>
        <a:p>
          <a:endParaRPr lang="en-IN"/>
        </a:p>
      </dgm:t>
    </dgm:pt>
    <dgm:pt modelId="{3BCD3136-9547-4998-8B4E-644BAEB7B141}">
      <dgm:prSet phldrT="[Text]"/>
      <dgm:spPr/>
      <dgm:t>
        <a:bodyPr/>
        <a:lstStyle/>
        <a:p>
          <a:pPr>
            <a:buFont typeface="Arial" panose="020B0604020202020204" pitchFamily="34" charset="0"/>
            <a:buChar char="•"/>
          </a:pPr>
          <a:r>
            <a:rPr lang="en-US" b="0"/>
            <a:t>Weighted F1-score: 0.553</a:t>
          </a:r>
          <a:endParaRPr lang="en-IN" b="0" dirty="0"/>
        </a:p>
      </dgm:t>
    </dgm:pt>
    <dgm:pt modelId="{9A18F53A-1DC1-447F-BDBC-A736AC702F80}" type="parTrans" cxnId="{D5C25F4A-644B-488F-AFB6-7A76E5730F70}">
      <dgm:prSet/>
      <dgm:spPr/>
      <dgm:t>
        <a:bodyPr/>
        <a:lstStyle/>
        <a:p>
          <a:endParaRPr lang="en-IN"/>
        </a:p>
      </dgm:t>
    </dgm:pt>
    <dgm:pt modelId="{39444AD8-F81D-4D3B-9610-FBAE92817379}" type="sibTrans" cxnId="{D5C25F4A-644B-488F-AFB6-7A76E5730F70}">
      <dgm:prSet/>
      <dgm:spPr/>
      <dgm:t>
        <a:bodyPr/>
        <a:lstStyle/>
        <a:p>
          <a:endParaRPr lang="en-IN"/>
        </a:p>
      </dgm:t>
    </dgm:pt>
    <dgm:pt modelId="{EE2DB824-1629-4D9E-8027-2762E636DE3C}">
      <dgm:prSet/>
      <dgm:spPr/>
      <dgm:t>
        <a:bodyPr/>
        <a:lstStyle/>
        <a:p>
          <a:pPr>
            <a:buFont typeface="Arial" panose="020B0604020202020204" pitchFamily="34" charset="0"/>
            <a:buChar char="•"/>
          </a:pPr>
          <a:r>
            <a:rPr lang="en-US" b="0" dirty="0"/>
            <a:t>Major misclassifications: Fear → Anger / Neutral; Neutral ↔ Anger confusion (169 cases)</a:t>
          </a:r>
        </a:p>
      </dgm:t>
    </dgm:pt>
    <dgm:pt modelId="{FA434502-F4E7-4FEA-B769-7B3A02B76E3D}" type="parTrans" cxnId="{A180088C-8310-4027-8A0D-C99B1C24C0B6}">
      <dgm:prSet/>
      <dgm:spPr/>
      <dgm:t>
        <a:bodyPr/>
        <a:lstStyle/>
        <a:p>
          <a:endParaRPr lang="en-IN"/>
        </a:p>
      </dgm:t>
    </dgm:pt>
    <dgm:pt modelId="{A3471F10-7FD5-4185-B981-148FCA17A4C2}" type="sibTrans" cxnId="{A180088C-8310-4027-8A0D-C99B1C24C0B6}">
      <dgm:prSet/>
      <dgm:spPr/>
      <dgm:t>
        <a:bodyPr/>
        <a:lstStyle/>
        <a:p>
          <a:endParaRPr lang="en-IN"/>
        </a:p>
      </dgm:t>
    </dgm:pt>
    <dgm:pt modelId="{14AB6B8B-C8C9-49AE-B574-E6BD9940EB31}">
      <dgm:prSet/>
      <dgm:spPr/>
      <dgm:t>
        <a:bodyPr/>
        <a:lstStyle/>
        <a:p>
          <a:pPr>
            <a:buFont typeface="Arial" panose="020B0604020202020204" pitchFamily="34" charset="0"/>
            <a:buChar char="•"/>
          </a:pPr>
          <a:r>
            <a:rPr lang="en-US" b="0" dirty="0"/>
            <a:t>Indicates class imbalance + feature similarity issues</a:t>
          </a:r>
        </a:p>
      </dgm:t>
    </dgm:pt>
    <dgm:pt modelId="{70924146-085F-4782-A349-D9BEAD868E7A}" type="parTrans" cxnId="{7C6F407C-674F-401D-95C0-80B07BA23F4A}">
      <dgm:prSet/>
      <dgm:spPr/>
      <dgm:t>
        <a:bodyPr/>
        <a:lstStyle/>
        <a:p>
          <a:endParaRPr lang="en-IN"/>
        </a:p>
      </dgm:t>
    </dgm:pt>
    <dgm:pt modelId="{18BBD36B-27FA-48EA-B313-7338A159253A}" type="sibTrans" cxnId="{7C6F407C-674F-401D-95C0-80B07BA23F4A}">
      <dgm:prSet/>
      <dgm:spPr/>
      <dgm:t>
        <a:bodyPr/>
        <a:lstStyle/>
        <a:p>
          <a:endParaRPr lang="en-IN"/>
        </a:p>
      </dgm:t>
    </dgm:pt>
    <dgm:pt modelId="{992ADB4E-5EBB-494C-AB51-FC5E53D2D0C7}" type="pres">
      <dgm:prSet presAssocID="{4772F134-59C1-46FF-8DF0-89B0184D93E8}" presName="Name0" presStyleCnt="0">
        <dgm:presLayoutVars>
          <dgm:dir/>
          <dgm:animLvl val="lvl"/>
          <dgm:resizeHandles val="exact"/>
        </dgm:presLayoutVars>
      </dgm:prSet>
      <dgm:spPr/>
    </dgm:pt>
    <dgm:pt modelId="{CF80A589-4B3A-43A9-84A4-DB389FB0A53E}" type="pres">
      <dgm:prSet presAssocID="{B915B1B0-2D78-4281-A5B1-850D3E856680}" presName="composite" presStyleCnt="0"/>
      <dgm:spPr/>
    </dgm:pt>
    <dgm:pt modelId="{35D0249A-2A62-48AF-8445-4658F540E46B}" type="pres">
      <dgm:prSet presAssocID="{B915B1B0-2D78-4281-A5B1-850D3E856680}" presName="parTx" presStyleLbl="alignNode1" presStyleIdx="0" presStyleCnt="3">
        <dgm:presLayoutVars>
          <dgm:chMax val="0"/>
          <dgm:chPref val="0"/>
          <dgm:bulletEnabled val="1"/>
        </dgm:presLayoutVars>
      </dgm:prSet>
      <dgm:spPr/>
    </dgm:pt>
    <dgm:pt modelId="{B6E256A8-8A83-48D4-AD54-9A7B3183FBA6}" type="pres">
      <dgm:prSet presAssocID="{B915B1B0-2D78-4281-A5B1-850D3E856680}" presName="desTx" presStyleLbl="alignAccFollowNode1" presStyleIdx="0" presStyleCnt="3">
        <dgm:presLayoutVars>
          <dgm:bulletEnabled val="1"/>
        </dgm:presLayoutVars>
      </dgm:prSet>
      <dgm:spPr/>
    </dgm:pt>
    <dgm:pt modelId="{0D756347-C7C6-4350-81B5-6C677B81429F}" type="pres">
      <dgm:prSet presAssocID="{7519DD0E-1CC9-40FF-97AC-FA306BDCA51C}" presName="space" presStyleCnt="0"/>
      <dgm:spPr/>
    </dgm:pt>
    <dgm:pt modelId="{6DD2E594-71AE-4C86-AAF3-CFBF5897529B}" type="pres">
      <dgm:prSet presAssocID="{6D63FD5E-9C57-48F7-BD99-9DE138531E81}" presName="composite" presStyleCnt="0"/>
      <dgm:spPr/>
    </dgm:pt>
    <dgm:pt modelId="{E03182EB-0F59-4D42-9216-70072A44CBF9}" type="pres">
      <dgm:prSet presAssocID="{6D63FD5E-9C57-48F7-BD99-9DE138531E81}" presName="parTx" presStyleLbl="alignNode1" presStyleIdx="1" presStyleCnt="3">
        <dgm:presLayoutVars>
          <dgm:chMax val="0"/>
          <dgm:chPref val="0"/>
          <dgm:bulletEnabled val="1"/>
        </dgm:presLayoutVars>
      </dgm:prSet>
      <dgm:spPr/>
    </dgm:pt>
    <dgm:pt modelId="{8EE86A64-EEE5-4EAB-9072-3409695A9C1B}" type="pres">
      <dgm:prSet presAssocID="{6D63FD5E-9C57-48F7-BD99-9DE138531E81}" presName="desTx" presStyleLbl="alignAccFollowNode1" presStyleIdx="1" presStyleCnt="3">
        <dgm:presLayoutVars>
          <dgm:bulletEnabled val="1"/>
        </dgm:presLayoutVars>
      </dgm:prSet>
      <dgm:spPr/>
    </dgm:pt>
    <dgm:pt modelId="{69379D89-2EDF-4062-AE05-2348762FC1C4}" type="pres">
      <dgm:prSet presAssocID="{7CCA9B76-9929-48BD-981A-07950B4EECEA}" presName="space" presStyleCnt="0"/>
      <dgm:spPr/>
    </dgm:pt>
    <dgm:pt modelId="{25B95D2E-D5B5-4331-9D7B-1EC48A8CE1FD}" type="pres">
      <dgm:prSet presAssocID="{A33DBB1E-65D6-4520-A903-99FE90CA847F}" presName="composite" presStyleCnt="0"/>
      <dgm:spPr/>
    </dgm:pt>
    <dgm:pt modelId="{D00C8F68-5155-41B9-86A0-9378914882D4}" type="pres">
      <dgm:prSet presAssocID="{A33DBB1E-65D6-4520-A903-99FE90CA847F}" presName="parTx" presStyleLbl="alignNode1" presStyleIdx="2" presStyleCnt="3">
        <dgm:presLayoutVars>
          <dgm:chMax val="0"/>
          <dgm:chPref val="0"/>
          <dgm:bulletEnabled val="1"/>
        </dgm:presLayoutVars>
      </dgm:prSet>
      <dgm:spPr/>
    </dgm:pt>
    <dgm:pt modelId="{9193AD33-EDAB-4A26-B5AC-A024700743ED}" type="pres">
      <dgm:prSet presAssocID="{A33DBB1E-65D6-4520-A903-99FE90CA847F}" presName="desTx" presStyleLbl="alignAccFollowNode1" presStyleIdx="2" presStyleCnt="3">
        <dgm:presLayoutVars>
          <dgm:bulletEnabled val="1"/>
        </dgm:presLayoutVars>
      </dgm:prSet>
      <dgm:spPr/>
    </dgm:pt>
  </dgm:ptLst>
  <dgm:cxnLst>
    <dgm:cxn modelId="{15589D0A-36B1-4EF1-96D2-137573D09094}" type="presOf" srcId="{15483FE0-BD04-4BC9-BF5C-BDE3560380C0}" destId="{B6E256A8-8A83-48D4-AD54-9A7B3183FBA6}" srcOrd="0" destOrd="6" presId="urn:microsoft.com/office/officeart/2005/8/layout/hList1"/>
    <dgm:cxn modelId="{DEBB530C-25C1-4C05-A2E9-7523745FDCAE}" type="presOf" srcId="{25DAB542-4D4A-4587-B436-1360BD76C489}" destId="{B6E256A8-8A83-48D4-AD54-9A7B3183FBA6}" srcOrd="0" destOrd="3" presId="urn:microsoft.com/office/officeart/2005/8/layout/hList1"/>
    <dgm:cxn modelId="{6DE5F40E-97F6-4288-9799-B642DF0F06F6}" srcId="{3BAF36E4-FCE0-466C-B2F8-5827CAF77262}" destId="{25DAB542-4D4A-4587-B436-1360BD76C489}" srcOrd="1" destOrd="0" parTransId="{E3AFB3E6-2AFF-43D1-9767-F41391E045BD}" sibTransId="{FA41DF01-9FF7-46EA-BC03-BEEE9EC6706C}"/>
    <dgm:cxn modelId="{9DA69F0F-83B3-4CEC-B330-106C35D2A61C}" srcId="{B915B1B0-2D78-4281-A5B1-850D3E856680}" destId="{3BAF36E4-FCE0-466C-B2F8-5827CAF77262}" srcOrd="1" destOrd="0" parTransId="{927494BC-9E1C-4CB3-8F1F-7FA3E8B7FBFA}" sibTransId="{6644C99C-7DD2-40CD-8E70-0F3A01C31D89}"/>
    <dgm:cxn modelId="{F1A60614-DAEB-4A6A-A5D2-6894B1CAB1F1}" srcId="{6D63FD5E-9C57-48F7-BD99-9DE138531E81}" destId="{D7D88F35-8CE4-454F-BC0D-C695FEF23C4F}" srcOrd="3" destOrd="0" parTransId="{5E5FCFC6-37D6-4885-8BAE-D862495F5FB0}" sibTransId="{A9456EE6-DFA2-4710-AB32-80866F7C65C9}"/>
    <dgm:cxn modelId="{8612411A-7551-4485-B3F4-95CBCC4F29E5}" srcId="{B915B1B0-2D78-4281-A5B1-850D3E856680}" destId="{FCE275C8-192B-4AA0-8F1F-D3359C309861}" srcOrd="0" destOrd="0" parTransId="{1BF2CDFC-2A84-4E0B-9803-02D938C8918C}" sibTransId="{6E78D652-E2D5-415F-B4AC-6008DDEA9BB1}"/>
    <dgm:cxn modelId="{D333A91F-9099-4389-AC2C-9AE28F7D64E6}" type="presOf" srcId="{4772F134-59C1-46FF-8DF0-89B0184D93E8}" destId="{992ADB4E-5EBB-494C-AB51-FC5E53D2D0C7}" srcOrd="0" destOrd="0" presId="urn:microsoft.com/office/officeart/2005/8/layout/hList1"/>
    <dgm:cxn modelId="{32BD0436-23F4-44DC-A146-BAE87E201B0C}" type="presOf" srcId="{3BCD3136-9547-4998-8B4E-644BAEB7B141}" destId="{8EE86A64-EEE5-4EAB-9072-3409695A9C1B}" srcOrd="0" destOrd="1" presId="urn:microsoft.com/office/officeart/2005/8/layout/hList1"/>
    <dgm:cxn modelId="{5697163C-BDE5-4150-81CB-6586D0B86A3D}" srcId="{9E9C42F9-85BF-455F-AC37-C0E983C1702C}" destId="{15483FE0-BD04-4BC9-BF5C-BDE3560380C0}" srcOrd="1" destOrd="0" parTransId="{0301425F-75E0-47A0-AA2C-760A6DD4C480}" sibTransId="{59D57092-DD5B-4AC1-9123-DB99C101A3DF}"/>
    <dgm:cxn modelId="{76BA0E3E-7F36-4538-B948-B6BEBC51BC62}" type="presOf" srcId="{A41A0155-A173-40CA-B315-C4E69A5C1915}" destId="{B6E256A8-8A83-48D4-AD54-9A7B3183FBA6}" srcOrd="0" destOrd="2" presId="urn:microsoft.com/office/officeart/2005/8/layout/hList1"/>
    <dgm:cxn modelId="{7253F541-184B-4790-8F7A-F520E70CFF87}" type="presOf" srcId="{EE2DB824-1629-4D9E-8027-2762E636DE3C}" destId="{9193AD33-EDAB-4A26-B5AC-A024700743ED}" srcOrd="0" destOrd="1" presId="urn:microsoft.com/office/officeart/2005/8/layout/hList1"/>
    <dgm:cxn modelId="{53FE7A64-34F1-4D07-BB3E-70CE8E9FD470}" srcId="{6D63FD5E-9C57-48F7-BD99-9DE138531E81}" destId="{B6E80BD5-E27B-4B4A-9659-516E9BB62285}" srcOrd="4" destOrd="0" parTransId="{DE5A4285-8A12-495A-A3CC-282D1FFC1631}" sibTransId="{E9637161-DD8D-4478-8968-9027D334B3F3}"/>
    <dgm:cxn modelId="{13A56A68-BB51-4613-B7A1-CD100B8E5811}" srcId="{4772F134-59C1-46FF-8DF0-89B0184D93E8}" destId="{6D63FD5E-9C57-48F7-BD99-9DE138531E81}" srcOrd="1" destOrd="0" parTransId="{3B11B195-A415-4B31-AC68-6C860D771E49}" sibTransId="{7CCA9B76-9929-48BD-981A-07950B4EECEA}"/>
    <dgm:cxn modelId="{D5C25F4A-644B-488F-AFB6-7A76E5730F70}" srcId="{6D63FD5E-9C57-48F7-BD99-9DE138531E81}" destId="{3BCD3136-9547-4998-8B4E-644BAEB7B141}" srcOrd="1" destOrd="0" parTransId="{9A18F53A-1DC1-447F-BDBC-A736AC702F80}" sibTransId="{39444AD8-F81D-4D3B-9610-FBAE92817379}"/>
    <dgm:cxn modelId="{6CCA534A-67E1-4763-BA2B-408CCF458EF8}" type="presOf" srcId="{A33DBB1E-65D6-4520-A903-99FE90CA847F}" destId="{D00C8F68-5155-41B9-86A0-9378914882D4}" srcOrd="0" destOrd="0" presId="urn:microsoft.com/office/officeart/2005/8/layout/hList1"/>
    <dgm:cxn modelId="{940AA14B-A03C-451A-828A-E5A6FEEB7979}" srcId="{B915B1B0-2D78-4281-A5B1-850D3E856680}" destId="{9E9C42F9-85BF-455F-AC37-C0E983C1702C}" srcOrd="2" destOrd="0" parTransId="{76D9C965-979E-4333-80DA-67A1D2C1B7B8}" sibTransId="{3050848A-4BC2-47AB-98C6-F186CF17F1F5}"/>
    <dgm:cxn modelId="{5375BD6C-9596-4249-84FE-3893D12853EA}" srcId="{A33DBB1E-65D6-4520-A903-99FE90CA847F}" destId="{B0DCE4E2-0D0F-48CE-AEC8-8F9D8C68907B}" srcOrd="0" destOrd="0" parTransId="{6D1DBEA4-6A93-415B-B0AD-B666DA6F8B05}" sibTransId="{4D6EE35F-0FEB-4B0F-8F72-FA8EA9B5B0E0}"/>
    <dgm:cxn modelId="{3D79776F-1724-4566-B208-792AA43F9E80}" type="presOf" srcId="{6D63FD5E-9C57-48F7-BD99-9DE138531E81}" destId="{E03182EB-0F59-4D42-9216-70072A44CBF9}" srcOrd="0" destOrd="0" presId="urn:microsoft.com/office/officeart/2005/8/layout/hList1"/>
    <dgm:cxn modelId="{61F4C155-C9CF-4C62-9781-1EA3500DE125}" type="presOf" srcId="{222DC3A6-01CA-42A0-8E7E-CF2B0DDFD8F1}" destId="{8EE86A64-EEE5-4EAB-9072-3409695A9C1B}" srcOrd="0" destOrd="0" presId="urn:microsoft.com/office/officeart/2005/8/layout/hList1"/>
    <dgm:cxn modelId="{D9A5E279-557C-43CF-B014-CE5C683A714E}" type="presOf" srcId="{D7D88F35-8CE4-454F-BC0D-C695FEF23C4F}" destId="{8EE86A64-EEE5-4EAB-9072-3409695A9C1B}" srcOrd="0" destOrd="3" presId="urn:microsoft.com/office/officeart/2005/8/layout/hList1"/>
    <dgm:cxn modelId="{7C6F407C-674F-401D-95C0-80B07BA23F4A}" srcId="{A33DBB1E-65D6-4520-A903-99FE90CA847F}" destId="{14AB6B8B-C8C9-49AE-B574-E6BD9940EB31}" srcOrd="2" destOrd="0" parTransId="{70924146-085F-4782-A349-D9BEAD868E7A}" sibTransId="{18BBD36B-27FA-48EA-B313-7338A159253A}"/>
    <dgm:cxn modelId="{4E587384-3F8E-46B3-AF07-E323D7D4F9FB}" type="presOf" srcId="{14AB6B8B-C8C9-49AE-B574-E6BD9940EB31}" destId="{9193AD33-EDAB-4A26-B5AC-A024700743ED}" srcOrd="0" destOrd="2" presId="urn:microsoft.com/office/officeart/2005/8/layout/hList1"/>
    <dgm:cxn modelId="{E15A1786-7A3F-41B6-A4A2-7D78185E3E10}" srcId="{6D63FD5E-9C57-48F7-BD99-9DE138531E81}" destId="{3E37B99B-F586-4D3A-915A-136D6F7E7547}" srcOrd="2" destOrd="0" parTransId="{3519FF59-B1BA-4145-A25D-BDE74F0F3321}" sibTransId="{BF3B971B-774C-482C-BD1E-289256E0EEC5}"/>
    <dgm:cxn modelId="{369FF38B-A448-4A20-9A50-7B4449E13FAE}" type="presOf" srcId="{3E37B99B-F586-4D3A-915A-136D6F7E7547}" destId="{8EE86A64-EEE5-4EAB-9072-3409695A9C1B}" srcOrd="0" destOrd="2" presId="urn:microsoft.com/office/officeart/2005/8/layout/hList1"/>
    <dgm:cxn modelId="{A180088C-8310-4027-8A0D-C99B1C24C0B6}" srcId="{A33DBB1E-65D6-4520-A903-99FE90CA847F}" destId="{EE2DB824-1629-4D9E-8027-2762E636DE3C}" srcOrd="1" destOrd="0" parTransId="{FA434502-F4E7-4FEA-B769-7B3A02B76E3D}" sibTransId="{A3471F10-7FD5-4185-B981-148FCA17A4C2}"/>
    <dgm:cxn modelId="{1A3A9A8E-2DFE-4492-AA66-1DC76AAAC123}" type="presOf" srcId="{A399A14C-E359-4E97-AB2E-324E83FB3329}" destId="{B6E256A8-8A83-48D4-AD54-9A7B3183FBA6}" srcOrd="0" destOrd="5" presId="urn:microsoft.com/office/officeart/2005/8/layout/hList1"/>
    <dgm:cxn modelId="{2A7B1F93-2A92-4013-965B-C29766E39011}" type="presOf" srcId="{FCE275C8-192B-4AA0-8F1F-D3359C309861}" destId="{B6E256A8-8A83-48D4-AD54-9A7B3183FBA6}" srcOrd="0" destOrd="0" presId="urn:microsoft.com/office/officeart/2005/8/layout/hList1"/>
    <dgm:cxn modelId="{D5DA1F99-6ED5-4456-A150-35907F02948B}" type="presOf" srcId="{B0DCE4E2-0D0F-48CE-AEC8-8F9D8C68907B}" destId="{9193AD33-EDAB-4A26-B5AC-A024700743ED}" srcOrd="0" destOrd="0" presId="urn:microsoft.com/office/officeart/2005/8/layout/hList1"/>
    <dgm:cxn modelId="{FD5835AB-A223-4C53-98ED-F0D812CB8427}" type="presOf" srcId="{B915B1B0-2D78-4281-A5B1-850D3E856680}" destId="{35D0249A-2A62-48AF-8445-4658F540E46B}" srcOrd="0" destOrd="0" presId="urn:microsoft.com/office/officeart/2005/8/layout/hList1"/>
    <dgm:cxn modelId="{68A787B7-7F67-4784-97E2-7DBA2B0D1951}" type="presOf" srcId="{9E9C42F9-85BF-455F-AC37-C0E983C1702C}" destId="{B6E256A8-8A83-48D4-AD54-9A7B3183FBA6}" srcOrd="0" destOrd="4" presId="urn:microsoft.com/office/officeart/2005/8/layout/hList1"/>
    <dgm:cxn modelId="{93D5DABF-B5D9-478D-BED5-995BCDC80FF9}" type="presOf" srcId="{B6E80BD5-E27B-4B4A-9659-516E9BB62285}" destId="{8EE86A64-EEE5-4EAB-9072-3409695A9C1B}" srcOrd="0" destOrd="4" presId="urn:microsoft.com/office/officeart/2005/8/layout/hList1"/>
    <dgm:cxn modelId="{6F6367CC-809B-40D8-B8B6-A95DE8517611}" srcId="{4772F134-59C1-46FF-8DF0-89B0184D93E8}" destId="{A33DBB1E-65D6-4520-A903-99FE90CA847F}" srcOrd="2" destOrd="0" parTransId="{26AB94E9-DF5F-421A-BA11-26548F221148}" sibTransId="{007CB47C-3ED6-4B83-9A9B-828561412B6A}"/>
    <dgm:cxn modelId="{23B925E2-FD52-4413-8B52-B169AE5C881E}" srcId="{9E9C42F9-85BF-455F-AC37-C0E983C1702C}" destId="{A399A14C-E359-4E97-AB2E-324E83FB3329}" srcOrd="0" destOrd="0" parTransId="{48488CE5-16F8-4B8B-9E44-4E9581566069}" sibTransId="{311F30FB-6761-4B95-B6D1-E8CFC5B0CF45}"/>
    <dgm:cxn modelId="{DACC8FEF-B474-4785-9602-A4A0152EA625}" type="presOf" srcId="{3BAF36E4-FCE0-466C-B2F8-5827CAF77262}" destId="{B6E256A8-8A83-48D4-AD54-9A7B3183FBA6}" srcOrd="0" destOrd="1" presId="urn:microsoft.com/office/officeart/2005/8/layout/hList1"/>
    <dgm:cxn modelId="{394202F4-2B28-43DF-AC88-EA0463420AF6}" srcId="{4772F134-59C1-46FF-8DF0-89B0184D93E8}" destId="{B915B1B0-2D78-4281-A5B1-850D3E856680}" srcOrd="0" destOrd="0" parTransId="{21A439D2-8A46-4DE0-BBD1-C1D518454A33}" sibTransId="{7519DD0E-1CC9-40FF-97AC-FA306BDCA51C}"/>
    <dgm:cxn modelId="{EBA212FD-5DF1-4B2F-A53F-8BA1EB044138}" srcId="{6D63FD5E-9C57-48F7-BD99-9DE138531E81}" destId="{222DC3A6-01CA-42A0-8E7E-CF2B0DDFD8F1}" srcOrd="0" destOrd="0" parTransId="{E6067593-A3AC-4802-961D-4E5E17FAE1DA}" sibTransId="{9465D4F9-3C94-4C76-9B6E-D349828DF9ED}"/>
    <dgm:cxn modelId="{978520FF-F69F-4462-AA6B-11266B71C48E}" srcId="{3BAF36E4-FCE0-466C-B2F8-5827CAF77262}" destId="{A41A0155-A173-40CA-B315-C4E69A5C1915}" srcOrd="0" destOrd="0" parTransId="{01123831-71AB-4DBD-97C7-4C10CDAAB39C}" sibTransId="{3789A176-B1AF-476B-8C8F-5B3387E116C2}"/>
    <dgm:cxn modelId="{2C32BE36-AA38-4C04-A9F5-042ED9DF5BD7}" type="presParOf" srcId="{992ADB4E-5EBB-494C-AB51-FC5E53D2D0C7}" destId="{CF80A589-4B3A-43A9-84A4-DB389FB0A53E}" srcOrd="0" destOrd="0" presId="urn:microsoft.com/office/officeart/2005/8/layout/hList1"/>
    <dgm:cxn modelId="{952E2BC8-608B-4640-AF65-90B95B2D44F9}" type="presParOf" srcId="{CF80A589-4B3A-43A9-84A4-DB389FB0A53E}" destId="{35D0249A-2A62-48AF-8445-4658F540E46B}" srcOrd="0" destOrd="0" presId="urn:microsoft.com/office/officeart/2005/8/layout/hList1"/>
    <dgm:cxn modelId="{F00465C1-2A13-4807-90AC-5D6E0AF0A8BB}" type="presParOf" srcId="{CF80A589-4B3A-43A9-84A4-DB389FB0A53E}" destId="{B6E256A8-8A83-48D4-AD54-9A7B3183FBA6}" srcOrd="1" destOrd="0" presId="urn:microsoft.com/office/officeart/2005/8/layout/hList1"/>
    <dgm:cxn modelId="{0EFB92A3-7DC3-4468-95D9-4AD17ECCB303}" type="presParOf" srcId="{992ADB4E-5EBB-494C-AB51-FC5E53D2D0C7}" destId="{0D756347-C7C6-4350-81B5-6C677B81429F}" srcOrd="1" destOrd="0" presId="urn:microsoft.com/office/officeart/2005/8/layout/hList1"/>
    <dgm:cxn modelId="{5DB9E7AE-0FD3-4DA9-819B-FAA4D1059CFC}" type="presParOf" srcId="{992ADB4E-5EBB-494C-AB51-FC5E53D2D0C7}" destId="{6DD2E594-71AE-4C86-AAF3-CFBF5897529B}" srcOrd="2" destOrd="0" presId="urn:microsoft.com/office/officeart/2005/8/layout/hList1"/>
    <dgm:cxn modelId="{22732888-1F23-4D0A-93F0-165D5704BE27}" type="presParOf" srcId="{6DD2E594-71AE-4C86-AAF3-CFBF5897529B}" destId="{E03182EB-0F59-4D42-9216-70072A44CBF9}" srcOrd="0" destOrd="0" presId="urn:microsoft.com/office/officeart/2005/8/layout/hList1"/>
    <dgm:cxn modelId="{C1992C2C-3604-4C2E-8426-FB7964387EF9}" type="presParOf" srcId="{6DD2E594-71AE-4C86-AAF3-CFBF5897529B}" destId="{8EE86A64-EEE5-4EAB-9072-3409695A9C1B}" srcOrd="1" destOrd="0" presId="urn:microsoft.com/office/officeart/2005/8/layout/hList1"/>
    <dgm:cxn modelId="{46A917E7-7CF7-4A82-826F-373227816128}" type="presParOf" srcId="{992ADB4E-5EBB-494C-AB51-FC5E53D2D0C7}" destId="{69379D89-2EDF-4062-AE05-2348762FC1C4}" srcOrd="3" destOrd="0" presId="urn:microsoft.com/office/officeart/2005/8/layout/hList1"/>
    <dgm:cxn modelId="{95458045-45EB-451F-89C9-0371FC738149}" type="presParOf" srcId="{992ADB4E-5EBB-494C-AB51-FC5E53D2D0C7}" destId="{25B95D2E-D5B5-4331-9D7B-1EC48A8CE1FD}" srcOrd="4" destOrd="0" presId="urn:microsoft.com/office/officeart/2005/8/layout/hList1"/>
    <dgm:cxn modelId="{9220C391-5E7F-41BE-915A-65B53643FFA1}" type="presParOf" srcId="{25B95D2E-D5B5-4331-9D7B-1EC48A8CE1FD}" destId="{D00C8F68-5155-41B9-86A0-9378914882D4}" srcOrd="0" destOrd="0" presId="urn:microsoft.com/office/officeart/2005/8/layout/hList1"/>
    <dgm:cxn modelId="{BACD001C-4287-462C-B56E-88E78DF427DE}" type="presParOf" srcId="{25B95D2E-D5B5-4331-9D7B-1EC48A8CE1FD}" destId="{9193AD33-EDAB-4A26-B5AC-A024700743ED}" srcOrd="1" destOrd="0" presId="urn:microsoft.com/office/officeart/2005/8/layout/h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E57C259-95C7-444A-990C-4BC7F292A5E7}">
      <dsp:nvSpPr>
        <dsp:cNvPr id="0" name=""/>
        <dsp:cNvSpPr/>
      </dsp:nvSpPr>
      <dsp:spPr>
        <a:xfrm>
          <a:off x="0" y="2492"/>
          <a:ext cx="8153400" cy="0"/>
        </a:xfrm>
        <a:prstGeom prst="line">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05B0CC91-A206-44DA-97B8-CE53660DA1BE}">
      <dsp:nvSpPr>
        <dsp:cNvPr id="0" name=""/>
        <dsp:cNvSpPr/>
      </dsp:nvSpPr>
      <dsp:spPr>
        <a:xfrm>
          <a:off x="0" y="2492"/>
          <a:ext cx="1630680" cy="170013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2870" tIns="102870" rIns="102870" bIns="102870" numCol="1" spcCol="1270" anchor="t" anchorCtr="0">
          <a:noAutofit/>
        </a:bodyPr>
        <a:lstStyle/>
        <a:p>
          <a:pPr marL="0" lvl="0" indent="0" algn="l" defTabSz="1200150">
            <a:lnSpc>
              <a:spcPct val="90000"/>
            </a:lnSpc>
            <a:spcBef>
              <a:spcPct val="0"/>
            </a:spcBef>
            <a:spcAft>
              <a:spcPct val="35000"/>
            </a:spcAft>
            <a:buNone/>
          </a:pPr>
          <a:r>
            <a:rPr lang="en-IN" sz="2700" kern="1200" dirty="0"/>
            <a:t>Summary of Existing Work</a:t>
          </a:r>
        </a:p>
      </dsp:txBody>
      <dsp:txXfrm>
        <a:off x="0" y="2492"/>
        <a:ext cx="1630680" cy="1700138"/>
      </dsp:txXfrm>
    </dsp:sp>
    <dsp:sp modelId="{A1BDD5DB-F227-4EE4-95C0-B69E2256E468}">
      <dsp:nvSpPr>
        <dsp:cNvPr id="0" name=""/>
        <dsp:cNvSpPr/>
      </dsp:nvSpPr>
      <dsp:spPr>
        <a:xfrm>
          <a:off x="1752980" y="29057"/>
          <a:ext cx="6400418" cy="53129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0960" tIns="60960" rIns="60960" bIns="60960" numCol="1" spcCol="1270" anchor="t" anchorCtr="0">
          <a:noAutofit/>
        </a:bodyPr>
        <a:lstStyle/>
        <a:p>
          <a:pPr marL="0" lvl="0" indent="0" algn="l" defTabSz="711200">
            <a:lnSpc>
              <a:spcPct val="90000"/>
            </a:lnSpc>
            <a:spcBef>
              <a:spcPct val="0"/>
            </a:spcBef>
            <a:spcAft>
              <a:spcPct val="35000"/>
            </a:spcAft>
            <a:buNone/>
          </a:pPr>
          <a:r>
            <a:rPr lang="en-US" sz="1600" kern="1200" dirty="0"/>
            <a:t>Earlier systems used manual features, while modern approaches rely on deep learning models for emotion recognition. </a:t>
          </a:r>
          <a:endParaRPr lang="en-IN" sz="1600" kern="1200" dirty="0"/>
        </a:p>
      </dsp:txBody>
      <dsp:txXfrm>
        <a:off x="1752980" y="29057"/>
        <a:ext cx="6400418" cy="531293"/>
      </dsp:txXfrm>
    </dsp:sp>
    <dsp:sp modelId="{01BD419E-1BCC-4847-BD3B-43CCD2E13287}">
      <dsp:nvSpPr>
        <dsp:cNvPr id="0" name=""/>
        <dsp:cNvSpPr/>
      </dsp:nvSpPr>
      <dsp:spPr>
        <a:xfrm>
          <a:off x="1630679" y="560350"/>
          <a:ext cx="6522720" cy="0"/>
        </a:xfrm>
        <a:prstGeom prst="line">
          <a:avLst/>
        </a:prstGeom>
        <a:solidFill>
          <a:schemeClr val="accent1">
            <a:hueOff val="0"/>
            <a:satOff val="0"/>
            <a:lumOff val="0"/>
            <a:alphaOff val="0"/>
          </a:schemeClr>
        </a:solidFill>
        <a:ln w="19050" cap="flat" cmpd="sng" algn="ctr">
          <a:solidFill>
            <a:schemeClr val="accent1">
              <a:tint val="5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1CB1B45C-9201-4EB6-A9C3-5A5D3E5AD75B}">
      <dsp:nvSpPr>
        <dsp:cNvPr id="0" name=""/>
        <dsp:cNvSpPr/>
      </dsp:nvSpPr>
      <dsp:spPr>
        <a:xfrm>
          <a:off x="1752980" y="586915"/>
          <a:ext cx="6400418" cy="53129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0960" tIns="60960" rIns="60960" bIns="60960" numCol="1" spcCol="1270" anchor="t" anchorCtr="0">
          <a:noAutofit/>
        </a:bodyPr>
        <a:lstStyle/>
        <a:p>
          <a:pPr marL="0" lvl="0" indent="0" algn="l" defTabSz="711200">
            <a:lnSpc>
              <a:spcPct val="90000"/>
            </a:lnSpc>
            <a:spcBef>
              <a:spcPct val="0"/>
            </a:spcBef>
            <a:spcAft>
              <a:spcPct val="35000"/>
            </a:spcAft>
            <a:buNone/>
          </a:pPr>
          <a:r>
            <a:rPr lang="en-US" sz="1600" kern="1200" dirty="0"/>
            <a:t>Standard datasets like FER-2013 and CK+ are widely used to classify emotions into seven categories. </a:t>
          </a:r>
          <a:endParaRPr lang="en-IN" sz="1600" kern="1200" dirty="0"/>
        </a:p>
      </dsp:txBody>
      <dsp:txXfrm>
        <a:off x="1752980" y="586915"/>
        <a:ext cx="6400418" cy="531293"/>
      </dsp:txXfrm>
    </dsp:sp>
    <dsp:sp modelId="{839B948B-5B44-4712-98D4-C2C05AF50DE8}">
      <dsp:nvSpPr>
        <dsp:cNvPr id="0" name=""/>
        <dsp:cNvSpPr/>
      </dsp:nvSpPr>
      <dsp:spPr>
        <a:xfrm>
          <a:off x="1630679" y="1118208"/>
          <a:ext cx="6522720" cy="0"/>
        </a:xfrm>
        <a:prstGeom prst="line">
          <a:avLst/>
        </a:prstGeom>
        <a:solidFill>
          <a:schemeClr val="accent1">
            <a:hueOff val="0"/>
            <a:satOff val="0"/>
            <a:lumOff val="0"/>
            <a:alphaOff val="0"/>
          </a:schemeClr>
        </a:solidFill>
        <a:ln w="19050" cap="flat" cmpd="sng" algn="ctr">
          <a:solidFill>
            <a:schemeClr val="accent1">
              <a:tint val="5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2218394F-CB24-4DC0-B308-AD238D229B44}">
      <dsp:nvSpPr>
        <dsp:cNvPr id="0" name=""/>
        <dsp:cNvSpPr/>
      </dsp:nvSpPr>
      <dsp:spPr>
        <a:xfrm>
          <a:off x="1752980" y="1144773"/>
          <a:ext cx="6400418" cy="53129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0960" tIns="60960" rIns="60960" bIns="60960" numCol="1" spcCol="1270" anchor="t" anchorCtr="0">
          <a:noAutofit/>
        </a:bodyPr>
        <a:lstStyle/>
        <a:p>
          <a:pPr marL="0" lvl="0" indent="0" algn="l" defTabSz="711200">
            <a:lnSpc>
              <a:spcPct val="90000"/>
            </a:lnSpc>
            <a:spcBef>
              <a:spcPct val="0"/>
            </a:spcBef>
            <a:spcAft>
              <a:spcPct val="35000"/>
            </a:spcAft>
            <a:buNone/>
          </a:pPr>
          <a:r>
            <a:rPr lang="en-US" sz="1600" kern="1200" dirty="0"/>
            <a:t>Transfer learning with pre-trained models helps improve accuracy using large-scale facial data.</a:t>
          </a:r>
          <a:endParaRPr lang="en-IN" sz="1600" kern="1200" dirty="0"/>
        </a:p>
      </dsp:txBody>
      <dsp:txXfrm>
        <a:off x="1752980" y="1144773"/>
        <a:ext cx="6400418" cy="531293"/>
      </dsp:txXfrm>
    </dsp:sp>
    <dsp:sp modelId="{FA825284-A08B-4C43-8C80-A56D77328A93}">
      <dsp:nvSpPr>
        <dsp:cNvPr id="0" name=""/>
        <dsp:cNvSpPr/>
      </dsp:nvSpPr>
      <dsp:spPr>
        <a:xfrm>
          <a:off x="1630679" y="1676066"/>
          <a:ext cx="6522720" cy="0"/>
        </a:xfrm>
        <a:prstGeom prst="line">
          <a:avLst/>
        </a:prstGeom>
        <a:solidFill>
          <a:schemeClr val="accent1">
            <a:hueOff val="0"/>
            <a:satOff val="0"/>
            <a:lumOff val="0"/>
            <a:alphaOff val="0"/>
          </a:schemeClr>
        </a:solidFill>
        <a:ln w="19050" cap="flat" cmpd="sng" algn="ctr">
          <a:solidFill>
            <a:schemeClr val="accent1">
              <a:tint val="5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83BF560B-4040-47C9-8FD1-5786D488EF24}">
      <dsp:nvSpPr>
        <dsp:cNvPr id="0" name=""/>
        <dsp:cNvSpPr/>
      </dsp:nvSpPr>
      <dsp:spPr>
        <a:xfrm>
          <a:off x="0" y="1702630"/>
          <a:ext cx="8153400" cy="0"/>
        </a:xfrm>
        <a:prstGeom prst="line">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B478CB05-267D-4962-9331-C2C1AC4A50DE}">
      <dsp:nvSpPr>
        <dsp:cNvPr id="0" name=""/>
        <dsp:cNvSpPr/>
      </dsp:nvSpPr>
      <dsp:spPr>
        <a:xfrm>
          <a:off x="0" y="1702630"/>
          <a:ext cx="1630680" cy="170013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2870" tIns="102870" rIns="102870" bIns="102870" numCol="1" spcCol="1270" anchor="t" anchorCtr="0">
          <a:noAutofit/>
        </a:bodyPr>
        <a:lstStyle/>
        <a:p>
          <a:pPr marL="0" lvl="0" indent="0" algn="l" defTabSz="1200150">
            <a:lnSpc>
              <a:spcPct val="90000"/>
            </a:lnSpc>
            <a:spcBef>
              <a:spcPct val="0"/>
            </a:spcBef>
            <a:spcAft>
              <a:spcPct val="35000"/>
            </a:spcAft>
            <a:buNone/>
          </a:pPr>
          <a:r>
            <a:rPr lang="en-IN" sz="2700" kern="1200" dirty="0"/>
            <a:t>Key Findings</a:t>
          </a:r>
        </a:p>
      </dsp:txBody>
      <dsp:txXfrm>
        <a:off x="0" y="1702630"/>
        <a:ext cx="1630680" cy="1700138"/>
      </dsp:txXfrm>
    </dsp:sp>
    <dsp:sp modelId="{ED913C5B-4404-4CEF-A0A2-DDF3A2A81E78}">
      <dsp:nvSpPr>
        <dsp:cNvPr id="0" name=""/>
        <dsp:cNvSpPr/>
      </dsp:nvSpPr>
      <dsp:spPr>
        <a:xfrm>
          <a:off x="1752980" y="1729195"/>
          <a:ext cx="6400418" cy="53129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0960" tIns="60960" rIns="60960" bIns="60960" numCol="1" spcCol="1270" anchor="t" anchorCtr="0">
          <a:noAutofit/>
        </a:bodyPr>
        <a:lstStyle/>
        <a:p>
          <a:pPr marL="0" lvl="0" indent="0" algn="l" defTabSz="711200">
            <a:lnSpc>
              <a:spcPct val="90000"/>
            </a:lnSpc>
            <a:spcBef>
              <a:spcPct val="0"/>
            </a:spcBef>
            <a:spcAft>
              <a:spcPct val="35000"/>
            </a:spcAft>
            <a:buNone/>
          </a:pPr>
          <a:r>
            <a:rPr lang="en-US" sz="1600" kern="1200" dirty="0"/>
            <a:t>CNN layers learn basic features first and complex facial patterns like expressions in deeper layers. </a:t>
          </a:r>
          <a:endParaRPr lang="en-IN" sz="1600" kern="1200" dirty="0"/>
        </a:p>
      </dsp:txBody>
      <dsp:txXfrm>
        <a:off x="1752980" y="1729195"/>
        <a:ext cx="6400418" cy="531293"/>
      </dsp:txXfrm>
    </dsp:sp>
    <dsp:sp modelId="{953AE1CE-DD98-4467-8EE1-260A7176C3EF}">
      <dsp:nvSpPr>
        <dsp:cNvPr id="0" name=""/>
        <dsp:cNvSpPr/>
      </dsp:nvSpPr>
      <dsp:spPr>
        <a:xfrm>
          <a:off x="1630679" y="2260488"/>
          <a:ext cx="6522720" cy="0"/>
        </a:xfrm>
        <a:prstGeom prst="line">
          <a:avLst/>
        </a:prstGeom>
        <a:solidFill>
          <a:schemeClr val="accent1">
            <a:hueOff val="0"/>
            <a:satOff val="0"/>
            <a:lumOff val="0"/>
            <a:alphaOff val="0"/>
          </a:schemeClr>
        </a:solidFill>
        <a:ln w="19050" cap="flat" cmpd="sng" algn="ctr">
          <a:solidFill>
            <a:schemeClr val="accent1">
              <a:tint val="5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8C61B8AE-47D8-4682-BB22-C1175221B4EB}">
      <dsp:nvSpPr>
        <dsp:cNvPr id="0" name=""/>
        <dsp:cNvSpPr/>
      </dsp:nvSpPr>
      <dsp:spPr>
        <a:xfrm>
          <a:off x="1752980" y="2287053"/>
          <a:ext cx="6400418" cy="53129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0960" tIns="60960" rIns="60960" bIns="60960" numCol="1" spcCol="1270" anchor="t" anchorCtr="0">
          <a:noAutofit/>
        </a:bodyPr>
        <a:lstStyle/>
        <a:p>
          <a:pPr marL="0" lvl="0" indent="0" algn="l" defTabSz="711200">
            <a:lnSpc>
              <a:spcPct val="90000"/>
            </a:lnSpc>
            <a:spcBef>
              <a:spcPct val="0"/>
            </a:spcBef>
            <a:spcAft>
              <a:spcPct val="35000"/>
            </a:spcAft>
            <a:buNone/>
          </a:pPr>
          <a:r>
            <a:rPr lang="en-US" sz="1600" kern="1200" dirty="0"/>
            <a:t>Data augmentation improves model performance by handling variations in angles, lighting, and facial positions. </a:t>
          </a:r>
          <a:endParaRPr lang="en-IN" sz="1600" kern="1200" dirty="0"/>
        </a:p>
      </dsp:txBody>
      <dsp:txXfrm>
        <a:off x="1752980" y="2287053"/>
        <a:ext cx="6400418" cy="531293"/>
      </dsp:txXfrm>
    </dsp:sp>
    <dsp:sp modelId="{86243E2E-756D-4549-A3E3-B045A31F28B7}">
      <dsp:nvSpPr>
        <dsp:cNvPr id="0" name=""/>
        <dsp:cNvSpPr/>
      </dsp:nvSpPr>
      <dsp:spPr>
        <a:xfrm>
          <a:off x="1630679" y="2818346"/>
          <a:ext cx="6522720" cy="0"/>
        </a:xfrm>
        <a:prstGeom prst="line">
          <a:avLst/>
        </a:prstGeom>
        <a:solidFill>
          <a:schemeClr val="accent1">
            <a:hueOff val="0"/>
            <a:satOff val="0"/>
            <a:lumOff val="0"/>
            <a:alphaOff val="0"/>
          </a:schemeClr>
        </a:solidFill>
        <a:ln w="19050" cap="flat" cmpd="sng" algn="ctr">
          <a:solidFill>
            <a:schemeClr val="accent1">
              <a:tint val="5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DA21FE09-E500-46AC-8D3A-DAC94D378352}">
      <dsp:nvSpPr>
        <dsp:cNvPr id="0" name=""/>
        <dsp:cNvSpPr/>
      </dsp:nvSpPr>
      <dsp:spPr>
        <a:xfrm>
          <a:off x="1752980" y="2844911"/>
          <a:ext cx="6400418" cy="53129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0960" tIns="60960" rIns="60960" bIns="60960" numCol="1" spcCol="1270" anchor="t" anchorCtr="0">
          <a:noAutofit/>
        </a:bodyPr>
        <a:lstStyle/>
        <a:p>
          <a:pPr marL="0" lvl="0" indent="0" algn="l" defTabSz="711200">
            <a:lnSpc>
              <a:spcPct val="90000"/>
            </a:lnSpc>
            <a:spcBef>
              <a:spcPct val="0"/>
            </a:spcBef>
            <a:spcAft>
              <a:spcPct val="35000"/>
            </a:spcAft>
            <a:buNone/>
          </a:pPr>
          <a:r>
            <a:rPr lang="en-US" sz="1600" kern="1200" dirty="0"/>
            <a:t>Neutral emotion plays an important role in preventing misclassification of other emotions.</a:t>
          </a:r>
          <a:endParaRPr lang="en-IN" sz="1600" kern="1200" dirty="0"/>
        </a:p>
      </dsp:txBody>
      <dsp:txXfrm>
        <a:off x="1752980" y="2844911"/>
        <a:ext cx="6400418" cy="531293"/>
      </dsp:txXfrm>
    </dsp:sp>
    <dsp:sp modelId="{A8C7C8B9-A172-4322-9F8C-F60469ED979B}">
      <dsp:nvSpPr>
        <dsp:cNvPr id="0" name=""/>
        <dsp:cNvSpPr/>
      </dsp:nvSpPr>
      <dsp:spPr>
        <a:xfrm>
          <a:off x="1630679" y="3376204"/>
          <a:ext cx="6522720" cy="0"/>
        </a:xfrm>
        <a:prstGeom prst="line">
          <a:avLst/>
        </a:prstGeom>
        <a:solidFill>
          <a:schemeClr val="accent1">
            <a:hueOff val="0"/>
            <a:satOff val="0"/>
            <a:lumOff val="0"/>
            <a:alphaOff val="0"/>
          </a:schemeClr>
        </a:solidFill>
        <a:ln w="19050" cap="flat" cmpd="sng" algn="ctr">
          <a:solidFill>
            <a:schemeClr val="accent1">
              <a:tint val="5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D99071E0-4A47-4D51-B2EE-DFA4606CBB52}">
      <dsp:nvSpPr>
        <dsp:cNvPr id="0" name=""/>
        <dsp:cNvSpPr/>
      </dsp:nvSpPr>
      <dsp:spPr>
        <a:xfrm>
          <a:off x="0" y="3402769"/>
          <a:ext cx="8153400" cy="0"/>
        </a:xfrm>
        <a:prstGeom prst="line">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23A4ACC4-E894-4558-ACBE-AC30146B99F9}">
      <dsp:nvSpPr>
        <dsp:cNvPr id="0" name=""/>
        <dsp:cNvSpPr/>
      </dsp:nvSpPr>
      <dsp:spPr>
        <a:xfrm>
          <a:off x="0" y="3402769"/>
          <a:ext cx="1630680" cy="170013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2870" tIns="102870" rIns="102870" bIns="102870" numCol="1" spcCol="1270" anchor="t" anchorCtr="0">
          <a:noAutofit/>
        </a:bodyPr>
        <a:lstStyle/>
        <a:p>
          <a:pPr marL="0" lvl="0" indent="0" algn="l" defTabSz="1200150">
            <a:lnSpc>
              <a:spcPct val="90000"/>
            </a:lnSpc>
            <a:spcBef>
              <a:spcPct val="0"/>
            </a:spcBef>
            <a:spcAft>
              <a:spcPct val="35000"/>
            </a:spcAft>
            <a:buNone/>
          </a:pPr>
          <a:r>
            <a:rPr lang="en-IN" sz="2700" kern="1200" dirty="0"/>
            <a:t>Limitations / Gaps in Existing Solutions</a:t>
          </a:r>
        </a:p>
      </dsp:txBody>
      <dsp:txXfrm>
        <a:off x="0" y="3402769"/>
        <a:ext cx="1630680" cy="1700138"/>
      </dsp:txXfrm>
    </dsp:sp>
    <dsp:sp modelId="{1E80C693-6B86-41B8-96BB-4D30A89810F5}">
      <dsp:nvSpPr>
        <dsp:cNvPr id="0" name=""/>
        <dsp:cNvSpPr/>
      </dsp:nvSpPr>
      <dsp:spPr>
        <a:xfrm>
          <a:off x="1752980" y="3429333"/>
          <a:ext cx="6400418" cy="53129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0960" tIns="60960" rIns="60960" bIns="60960" numCol="1" spcCol="1270" anchor="t" anchorCtr="0">
          <a:noAutofit/>
        </a:bodyPr>
        <a:lstStyle/>
        <a:p>
          <a:pPr marL="0" lvl="0" indent="0" algn="l" defTabSz="711200">
            <a:lnSpc>
              <a:spcPct val="90000"/>
            </a:lnSpc>
            <a:spcBef>
              <a:spcPct val="0"/>
            </a:spcBef>
            <a:spcAft>
              <a:spcPct val="35000"/>
            </a:spcAft>
            <a:buNone/>
          </a:pPr>
          <a:r>
            <a:rPr lang="en-US" sz="1600" kern="1200" dirty="0"/>
            <a:t>Models perform well on controlled images but struggle with real-world conditions like lighting and head movement. </a:t>
          </a:r>
          <a:endParaRPr lang="en-IN" sz="1600" kern="1200" dirty="0"/>
        </a:p>
      </dsp:txBody>
      <dsp:txXfrm>
        <a:off x="1752980" y="3429333"/>
        <a:ext cx="6400418" cy="531293"/>
      </dsp:txXfrm>
    </dsp:sp>
    <dsp:sp modelId="{924F4524-5306-48FA-9983-56BC9ED9AC3A}">
      <dsp:nvSpPr>
        <dsp:cNvPr id="0" name=""/>
        <dsp:cNvSpPr/>
      </dsp:nvSpPr>
      <dsp:spPr>
        <a:xfrm>
          <a:off x="1630679" y="3960626"/>
          <a:ext cx="6522720" cy="0"/>
        </a:xfrm>
        <a:prstGeom prst="line">
          <a:avLst/>
        </a:prstGeom>
        <a:solidFill>
          <a:schemeClr val="accent1">
            <a:hueOff val="0"/>
            <a:satOff val="0"/>
            <a:lumOff val="0"/>
            <a:alphaOff val="0"/>
          </a:schemeClr>
        </a:solidFill>
        <a:ln w="19050" cap="flat" cmpd="sng" algn="ctr">
          <a:solidFill>
            <a:schemeClr val="accent1">
              <a:tint val="5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D68D08FA-6A3E-43BC-B3FF-2D81E666B475}">
      <dsp:nvSpPr>
        <dsp:cNvPr id="0" name=""/>
        <dsp:cNvSpPr/>
      </dsp:nvSpPr>
      <dsp:spPr>
        <a:xfrm>
          <a:off x="1752980" y="3987191"/>
          <a:ext cx="6400418" cy="53129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0960" tIns="60960" rIns="60960" bIns="60960" numCol="1" spcCol="1270" anchor="t" anchorCtr="0">
          <a:noAutofit/>
        </a:bodyPr>
        <a:lstStyle/>
        <a:p>
          <a:pPr marL="0" lvl="0" indent="0" algn="l" defTabSz="711200">
            <a:lnSpc>
              <a:spcPct val="90000"/>
            </a:lnSpc>
            <a:spcBef>
              <a:spcPct val="0"/>
            </a:spcBef>
            <a:spcAft>
              <a:spcPct val="35000"/>
            </a:spcAft>
            <a:buNone/>
          </a:pPr>
          <a:r>
            <a:rPr lang="en-US" sz="1600" kern="1200" dirty="0"/>
            <a:t>Existing systems fail to detect subtle or micro-expressions that indicate true emotions. </a:t>
          </a:r>
          <a:endParaRPr lang="en-IN" sz="1600" kern="1200" dirty="0"/>
        </a:p>
      </dsp:txBody>
      <dsp:txXfrm>
        <a:off x="1752980" y="3987191"/>
        <a:ext cx="6400418" cy="531293"/>
      </dsp:txXfrm>
    </dsp:sp>
    <dsp:sp modelId="{FE655A5C-069A-4F05-882A-2AC8616A4D38}">
      <dsp:nvSpPr>
        <dsp:cNvPr id="0" name=""/>
        <dsp:cNvSpPr/>
      </dsp:nvSpPr>
      <dsp:spPr>
        <a:xfrm>
          <a:off x="1630679" y="4518484"/>
          <a:ext cx="6522720" cy="0"/>
        </a:xfrm>
        <a:prstGeom prst="line">
          <a:avLst/>
        </a:prstGeom>
        <a:solidFill>
          <a:schemeClr val="accent1">
            <a:hueOff val="0"/>
            <a:satOff val="0"/>
            <a:lumOff val="0"/>
            <a:alphaOff val="0"/>
          </a:schemeClr>
        </a:solidFill>
        <a:ln w="19050" cap="flat" cmpd="sng" algn="ctr">
          <a:solidFill>
            <a:schemeClr val="accent1">
              <a:tint val="5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9A08560B-2D89-4D05-92CA-574DEB2DAE6C}">
      <dsp:nvSpPr>
        <dsp:cNvPr id="0" name=""/>
        <dsp:cNvSpPr/>
      </dsp:nvSpPr>
      <dsp:spPr>
        <a:xfrm>
          <a:off x="1752980" y="4545049"/>
          <a:ext cx="6400418" cy="53129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0960" tIns="60960" rIns="60960" bIns="60960" numCol="1" spcCol="1270" anchor="t" anchorCtr="0">
          <a:noAutofit/>
        </a:bodyPr>
        <a:lstStyle/>
        <a:p>
          <a:pPr marL="0" lvl="0" indent="0" algn="l" defTabSz="711200">
            <a:lnSpc>
              <a:spcPct val="90000"/>
            </a:lnSpc>
            <a:spcBef>
              <a:spcPct val="0"/>
            </a:spcBef>
            <a:spcAft>
              <a:spcPct val="35000"/>
            </a:spcAft>
            <a:buNone/>
          </a:pPr>
          <a:r>
            <a:rPr lang="en-US" sz="1600" kern="1200"/>
            <a:t>Bias in datasets affects performance across different age groups, skin tones, and facial variations.</a:t>
          </a:r>
          <a:endParaRPr lang="en-IN" sz="1600" kern="1200" dirty="0"/>
        </a:p>
      </dsp:txBody>
      <dsp:txXfrm>
        <a:off x="1752980" y="4545049"/>
        <a:ext cx="6400418" cy="531293"/>
      </dsp:txXfrm>
    </dsp:sp>
    <dsp:sp modelId="{0F20EDDA-2A78-4188-9F04-C94F37C752FE}">
      <dsp:nvSpPr>
        <dsp:cNvPr id="0" name=""/>
        <dsp:cNvSpPr/>
      </dsp:nvSpPr>
      <dsp:spPr>
        <a:xfrm>
          <a:off x="1630679" y="5076342"/>
          <a:ext cx="6522720" cy="0"/>
        </a:xfrm>
        <a:prstGeom prst="line">
          <a:avLst/>
        </a:prstGeom>
        <a:solidFill>
          <a:schemeClr val="accent1">
            <a:hueOff val="0"/>
            <a:satOff val="0"/>
            <a:lumOff val="0"/>
            <a:alphaOff val="0"/>
          </a:schemeClr>
        </a:solidFill>
        <a:ln w="19050" cap="flat" cmpd="sng" algn="ctr">
          <a:solidFill>
            <a:schemeClr val="accent1">
              <a:tint val="5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7E37EAC-67A9-40BD-9ABA-396D5A3939CC}">
      <dsp:nvSpPr>
        <dsp:cNvPr id="0" name=""/>
        <dsp:cNvSpPr/>
      </dsp:nvSpPr>
      <dsp:spPr>
        <a:xfrm>
          <a:off x="2428632" y="635268"/>
          <a:ext cx="488066" cy="91440"/>
        </a:xfrm>
        <a:custGeom>
          <a:avLst/>
          <a:gdLst/>
          <a:ahLst/>
          <a:cxnLst/>
          <a:rect l="0" t="0" r="0" b="0"/>
          <a:pathLst>
            <a:path>
              <a:moveTo>
                <a:pt x="0" y="45720"/>
              </a:moveTo>
              <a:lnTo>
                <a:pt x="488066" y="45720"/>
              </a:lnTo>
            </a:path>
          </a:pathLst>
        </a:custGeom>
        <a:noFill/>
        <a:ln w="10000" cap="flat" cmpd="sng" algn="ctr">
          <a:solidFill>
            <a:schemeClr val="accent1">
              <a:hueOff val="0"/>
              <a:satOff val="0"/>
              <a:lumOff val="0"/>
              <a:alphaOff val="0"/>
            </a:schemeClr>
          </a:solidFill>
          <a:prstDash val="solid"/>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IN" sz="500" kern="1200"/>
        </a:p>
      </dsp:txBody>
      <dsp:txXfrm>
        <a:off x="2659699" y="678392"/>
        <a:ext cx="25933" cy="5191"/>
      </dsp:txXfrm>
    </dsp:sp>
    <dsp:sp modelId="{4F714CDB-F6BE-447C-A1FB-E74AA61CA525}">
      <dsp:nvSpPr>
        <dsp:cNvPr id="0" name=""/>
        <dsp:cNvSpPr/>
      </dsp:nvSpPr>
      <dsp:spPr>
        <a:xfrm>
          <a:off x="175358" y="4466"/>
          <a:ext cx="2255073" cy="1353044"/>
        </a:xfrm>
        <a:prstGeom prst="rect">
          <a:avLst/>
        </a:prstGeom>
        <a:solidFill>
          <a:schemeClr val="lt1">
            <a:hueOff val="0"/>
            <a:satOff val="0"/>
            <a:lumOff val="0"/>
            <a:alphaOff val="0"/>
          </a:schemeClr>
        </a:solidFill>
        <a:ln w="19050" cap="flat" cmpd="sng" algn="ctr">
          <a:solidFill>
            <a:schemeClr val="accent1">
              <a:shade val="80000"/>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85344" tIns="85344" rIns="85344" bIns="85344" numCol="1" spcCol="1270" anchor="t" anchorCtr="0">
          <a:noAutofit/>
        </a:bodyPr>
        <a:lstStyle/>
        <a:p>
          <a:pPr marL="0" lvl="0" indent="0" algn="l" defTabSz="533400">
            <a:lnSpc>
              <a:spcPct val="90000"/>
            </a:lnSpc>
            <a:spcBef>
              <a:spcPct val="0"/>
            </a:spcBef>
            <a:spcAft>
              <a:spcPct val="35000"/>
            </a:spcAft>
            <a:buNone/>
          </a:pPr>
          <a:r>
            <a:rPr lang="en-US" sz="1200" b="1" i="0" kern="1200" dirty="0"/>
            <a:t>Step 1: Data Input &amp; Loading</a:t>
          </a:r>
        </a:p>
        <a:p>
          <a:pPr marL="114300" lvl="1" indent="-114300" algn="l" defTabSz="533400">
            <a:lnSpc>
              <a:spcPct val="90000"/>
            </a:lnSpc>
            <a:spcBef>
              <a:spcPct val="0"/>
            </a:spcBef>
            <a:spcAft>
              <a:spcPct val="15000"/>
            </a:spcAft>
            <a:buChar char="•"/>
          </a:pPr>
          <a:r>
            <a:rPr lang="en-US" sz="1200" kern="1200" dirty="0"/>
            <a:t>User provides Image, manually</a:t>
          </a:r>
          <a:endParaRPr lang="en-IN" sz="1200" kern="1200" dirty="0"/>
        </a:p>
        <a:p>
          <a:pPr marL="114300" lvl="1" indent="-114300" algn="l" defTabSz="533400">
            <a:lnSpc>
              <a:spcPct val="90000"/>
            </a:lnSpc>
            <a:spcBef>
              <a:spcPct val="0"/>
            </a:spcBef>
            <a:spcAft>
              <a:spcPct val="15000"/>
            </a:spcAft>
            <a:buChar char="•"/>
          </a:pPr>
          <a:r>
            <a:rPr lang="en-US" sz="1200" kern="1200" dirty="0"/>
            <a:t>Or Real-Time Image Detection using Webcam</a:t>
          </a:r>
          <a:endParaRPr lang="en-IN" sz="1200" kern="1200" dirty="0"/>
        </a:p>
      </dsp:txBody>
      <dsp:txXfrm>
        <a:off x="175358" y="4466"/>
        <a:ext cx="2255073" cy="1353044"/>
      </dsp:txXfrm>
    </dsp:sp>
    <dsp:sp modelId="{DD7C45F9-EAD0-461A-8580-53322109C093}">
      <dsp:nvSpPr>
        <dsp:cNvPr id="0" name=""/>
        <dsp:cNvSpPr/>
      </dsp:nvSpPr>
      <dsp:spPr>
        <a:xfrm>
          <a:off x="5202373" y="635268"/>
          <a:ext cx="488066" cy="91440"/>
        </a:xfrm>
        <a:custGeom>
          <a:avLst/>
          <a:gdLst/>
          <a:ahLst/>
          <a:cxnLst/>
          <a:rect l="0" t="0" r="0" b="0"/>
          <a:pathLst>
            <a:path>
              <a:moveTo>
                <a:pt x="0" y="45720"/>
              </a:moveTo>
              <a:lnTo>
                <a:pt x="488066" y="45720"/>
              </a:lnTo>
            </a:path>
          </a:pathLst>
        </a:custGeom>
        <a:noFill/>
        <a:ln w="10000" cap="flat" cmpd="sng" algn="ctr">
          <a:solidFill>
            <a:schemeClr val="accent1">
              <a:hueOff val="0"/>
              <a:satOff val="0"/>
              <a:lumOff val="0"/>
              <a:alphaOff val="0"/>
            </a:schemeClr>
          </a:solidFill>
          <a:prstDash val="solid"/>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IN" sz="500" kern="1200"/>
        </a:p>
      </dsp:txBody>
      <dsp:txXfrm>
        <a:off x="5433440" y="678392"/>
        <a:ext cx="25933" cy="5191"/>
      </dsp:txXfrm>
    </dsp:sp>
    <dsp:sp modelId="{2EAAD902-99B3-4035-8B77-A901CE97603C}">
      <dsp:nvSpPr>
        <dsp:cNvPr id="0" name=""/>
        <dsp:cNvSpPr/>
      </dsp:nvSpPr>
      <dsp:spPr>
        <a:xfrm>
          <a:off x="2949099" y="4466"/>
          <a:ext cx="2255073" cy="1353044"/>
        </a:xfrm>
        <a:prstGeom prst="rect">
          <a:avLst/>
        </a:prstGeom>
        <a:solidFill>
          <a:schemeClr val="lt1">
            <a:hueOff val="0"/>
            <a:satOff val="0"/>
            <a:lumOff val="0"/>
            <a:alphaOff val="0"/>
          </a:schemeClr>
        </a:solidFill>
        <a:ln w="19050" cap="flat" cmpd="sng" algn="ctr">
          <a:solidFill>
            <a:schemeClr val="accent1">
              <a:shade val="80000"/>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85344" tIns="85344" rIns="85344" bIns="85344" numCol="1" spcCol="1270" anchor="t" anchorCtr="0">
          <a:noAutofit/>
        </a:bodyPr>
        <a:lstStyle/>
        <a:p>
          <a:pPr marL="0" lvl="0" indent="0" algn="l" defTabSz="533400">
            <a:lnSpc>
              <a:spcPct val="90000"/>
            </a:lnSpc>
            <a:spcBef>
              <a:spcPct val="0"/>
            </a:spcBef>
            <a:spcAft>
              <a:spcPct val="35000"/>
            </a:spcAft>
            <a:buNone/>
          </a:pPr>
          <a:r>
            <a:rPr lang="en-US" sz="1200" b="1" kern="1200" dirty="0"/>
            <a:t>Step 2: Face Detection</a:t>
          </a:r>
          <a:endParaRPr lang="en-IN" sz="1200" b="1" kern="1200" dirty="0"/>
        </a:p>
        <a:p>
          <a:pPr marL="114300" lvl="1" indent="-114300" algn="l" defTabSz="533400">
            <a:lnSpc>
              <a:spcPct val="90000"/>
            </a:lnSpc>
            <a:spcBef>
              <a:spcPct val="0"/>
            </a:spcBef>
            <a:spcAft>
              <a:spcPct val="15000"/>
            </a:spcAft>
            <a:buChar char="•"/>
          </a:pPr>
          <a:r>
            <a:rPr lang="en-US" sz="1200" kern="1200" dirty="0"/>
            <a:t>OpenCV Detects Facial Region</a:t>
          </a:r>
          <a:endParaRPr lang="en-IN" sz="1200" kern="1200" dirty="0"/>
        </a:p>
      </dsp:txBody>
      <dsp:txXfrm>
        <a:off x="2949099" y="4466"/>
        <a:ext cx="2255073" cy="1353044"/>
      </dsp:txXfrm>
    </dsp:sp>
    <dsp:sp modelId="{B4052A57-39F6-4E24-9D64-6BB380D82796}">
      <dsp:nvSpPr>
        <dsp:cNvPr id="0" name=""/>
        <dsp:cNvSpPr/>
      </dsp:nvSpPr>
      <dsp:spPr>
        <a:xfrm>
          <a:off x="1302895" y="1355710"/>
          <a:ext cx="5547481" cy="488066"/>
        </a:xfrm>
        <a:custGeom>
          <a:avLst/>
          <a:gdLst/>
          <a:ahLst/>
          <a:cxnLst/>
          <a:rect l="0" t="0" r="0" b="0"/>
          <a:pathLst>
            <a:path>
              <a:moveTo>
                <a:pt x="5547481" y="0"/>
              </a:moveTo>
              <a:lnTo>
                <a:pt x="5547481" y="261133"/>
              </a:lnTo>
              <a:lnTo>
                <a:pt x="0" y="261133"/>
              </a:lnTo>
              <a:lnTo>
                <a:pt x="0" y="488066"/>
              </a:lnTo>
            </a:path>
          </a:pathLst>
        </a:custGeom>
        <a:noFill/>
        <a:ln w="10000" cap="flat" cmpd="sng" algn="ctr">
          <a:solidFill>
            <a:schemeClr val="accent1">
              <a:hueOff val="0"/>
              <a:satOff val="0"/>
              <a:lumOff val="0"/>
              <a:alphaOff val="0"/>
            </a:schemeClr>
          </a:solidFill>
          <a:prstDash val="solid"/>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IN" sz="500" kern="1200"/>
        </a:p>
      </dsp:txBody>
      <dsp:txXfrm>
        <a:off x="3937344" y="1597148"/>
        <a:ext cx="278583" cy="5191"/>
      </dsp:txXfrm>
    </dsp:sp>
    <dsp:sp modelId="{3B045B17-893D-4C42-AFDD-53A9A303D746}">
      <dsp:nvSpPr>
        <dsp:cNvPr id="0" name=""/>
        <dsp:cNvSpPr/>
      </dsp:nvSpPr>
      <dsp:spPr>
        <a:xfrm>
          <a:off x="5722840" y="4466"/>
          <a:ext cx="2255073" cy="1353044"/>
        </a:xfrm>
        <a:prstGeom prst="rect">
          <a:avLst/>
        </a:prstGeom>
        <a:solidFill>
          <a:schemeClr val="lt1">
            <a:hueOff val="0"/>
            <a:satOff val="0"/>
            <a:lumOff val="0"/>
            <a:alphaOff val="0"/>
          </a:schemeClr>
        </a:solidFill>
        <a:ln w="19050" cap="flat" cmpd="sng" algn="ctr">
          <a:solidFill>
            <a:schemeClr val="accent1">
              <a:shade val="80000"/>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85344" tIns="85344" rIns="85344" bIns="85344" numCol="1" spcCol="1270" anchor="t" anchorCtr="0">
          <a:noAutofit/>
        </a:bodyPr>
        <a:lstStyle/>
        <a:p>
          <a:pPr marL="0" lvl="0" indent="0" algn="l" defTabSz="533400">
            <a:lnSpc>
              <a:spcPct val="90000"/>
            </a:lnSpc>
            <a:spcBef>
              <a:spcPct val="0"/>
            </a:spcBef>
            <a:spcAft>
              <a:spcPct val="35000"/>
            </a:spcAft>
            <a:buNone/>
          </a:pPr>
          <a:r>
            <a:rPr lang="en-US" sz="1200" b="1" kern="1200" dirty="0"/>
            <a:t>Step 3: Data Pre-processing</a:t>
          </a:r>
          <a:endParaRPr lang="en-IN" sz="1200" b="1" kern="1200" dirty="0"/>
        </a:p>
        <a:p>
          <a:pPr marL="114300" lvl="1" indent="-114300" algn="l" defTabSz="533400">
            <a:lnSpc>
              <a:spcPct val="90000"/>
            </a:lnSpc>
            <a:spcBef>
              <a:spcPct val="0"/>
            </a:spcBef>
            <a:spcAft>
              <a:spcPct val="15000"/>
            </a:spcAft>
            <a:buNone/>
          </a:pPr>
          <a:r>
            <a:rPr lang="en-IN" sz="1200" kern="1200" dirty="0"/>
            <a:t>Reshape images → (48, 48, 1)</a:t>
          </a:r>
          <a:endParaRPr lang="en-IN" sz="1200" b="0" kern="1200" dirty="0"/>
        </a:p>
        <a:p>
          <a:pPr marL="114300" lvl="1" indent="-114300" algn="l" defTabSz="533400">
            <a:lnSpc>
              <a:spcPct val="90000"/>
            </a:lnSpc>
            <a:spcBef>
              <a:spcPct val="0"/>
            </a:spcBef>
            <a:spcAft>
              <a:spcPct val="15000"/>
            </a:spcAft>
            <a:buNone/>
          </a:pPr>
          <a:r>
            <a:rPr lang="en-IN" sz="1200" kern="1200" dirty="0"/>
            <a:t>Normalize pixel values </a:t>
          </a:r>
          <a:r>
            <a:rPr lang="en-IN" sz="1200" b="0" kern="1200" dirty="0"/>
            <a:t>→ [0,1]range (/255)</a:t>
          </a:r>
        </a:p>
        <a:p>
          <a:pPr marL="114300" lvl="1" indent="-114300" algn="l" defTabSz="533400">
            <a:lnSpc>
              <a:spcPct val="90000"/>
            </a:lnSpc>
            <a:spcBef>
              <a:spcPct val="0"/>
            </a:spcBef>
            <a:spcAft>
              <a:spcPct val="15000"/>
            </a:spcAft>
            <a:buNone/>
          </a:pPr>
          <a:r>
            <a:rPr lang="en-IN" sz="1200" kern="1200"/>
            <a:t>Convert labels → </a:t>
          </a:r>
          <a:r>
            <a:rPr lang="en-IN" sz="1200" b="0" kern="1200"/>
            <a:t>one-hot encoding (7 classes)</a:t>
          </a:r>
          <a:endParaRPr lang="en-IN" sz="1200" b="0" kern="1200" dirty="0"/>
        </a:p>
      </dsp:txBody>
      <dsp:txXfrm>
        <a:off x="5722840" y="4466"/>
        <a:ext cx="2255073" cy="1353044"/>
      </dsp:txXfrm>
    </dsp:sp>
    <dsp:sp modelId="{D71FCDD0-3605-4F61-B247-8AB92CEBA58F}">
      <dsp:nvSpPr>
        <dsp:cNvPr id="0" name=""/>
        <dsp:cNvSpPr/>
      </dsp:nvSpPr>
      <dsp:spPr>
        <a:xfrm>
          <a:off x="2428632" y="2506980"/>
          <a:ext cx="488066" cy="91440"/>
        </a:xfrm>
        <a:custGeom>
          <a:avLst/>
          <a:gdLst/>
          <a:ahLst/>
          <a:cxnLst/>
          <a:rect l="0" t="0" r="0" b="0"/>
          <a:pathLst>
            <a:path>
              <a:moveTo>
                <a:pt x="0" y="45720"/>
              </a:moveTo>
              <a:lnTo>
                <a:pt x="488066" y="45720"/>
              </a:lnTo>
            </a:path>
          </a:pathLst>
        </a:custGeom>
        <a:noFill/>
        <a:ln w="10000" cap="flat" cmpd="sng" algn="ctr">
          <a:solidFill>
            <a:schemeClr val="accent1">
              <a:hueOff val="0"/>
              <a:satOff val="0"/>
              <a:lumOff val="0"/>
              <a:alphaOff val="0"/>
            </a:schemeClr>
          </a:solidFill>
          <a:prstDash val="solid"/>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IN" sz="500" kern="1200"/>
        </a:p>
      </dsp:txBody>
      <dsp:txXfrm>
        <a:off x="2659699" y="2550104"/>
        <a:ext cx="25933" cy="5191"/>
      </dsp:txXfrm>
    </dsp:sp>
    <dsp:sp modelId="{EB814AAD-C052-47B5-93AE-57DCF75A2DD3}">
      <dsp:nvSpPr>
        <dsp:cNvPr id="0" name=""/>
        <dsp:cNvSpPr/>
      </dsp:nvSpPr>
      <dsp:spPr>
        <a:xfrm>
          <a:off x="175358" y="1876177"/>
          <a:ext cx="2255073" cy="1353044"/>
        </a:xfrm>
        <a:prstGeom prst="rect">
          <a:avLst/>
        </a:prstGeom>
        <a:solidFill>
          <a:schemeClr val="lt1">
            <a:hueOff val="0"/>
            <a:satOff val="0"/>
            <a:lumOff val="0"/>
            <a:alphaOff val="0"/>
          </a:schemeClr>
        </a:solidFill>
        <a:ln w="19050" cap="flat" cmpd="sng" algn="ctr">
          <a:solidFill>
            <a:schemeClr val="accent1">
              <a:shade val="80000"/>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85344" tIns="85344" rIns="85344" bIns="85344" numCol="1" spcCol="1270" anchor="t" anchorCtr="0">
          <a:noAutofit/>
        </a:bodyPr>
        <a:lstStyle/>
        <a:p>
          <a:pPr marL="0" lvl="0" indent="0" algn="l" defTabSz="533400">
            <a:lnSpc>
              <a:spcPct val="90000"/>
            </a:lnSpc>
            <a:spcBef>
              <a:spcPct val="0"/>
            </a:spcBef>
            <a:spcAft>
              <a:spcPct val="35000"/>
            </a:spcAft>
            <a:buNone/>
          </a:pPr>
          <a:r>
            <a:rPr lang="en-IN" sz="1200" b="1" kern="1200" dirty="0"/>
            <a:t>Step 4: Data Augmentation &amp; Generation</a:t>
          </a:r>
        </a:p>
        <a:p>
          <a:pPr marL="114300" lvl="1" indent="-114300" algn="l" defTabSz="533400">
            <a:lnSpc>
              <a:spcPct val="90000"/>
            </a:lnSpc>
            <a:spcBef>
              <a:spcPct val="0"/>
            </a:spcBef>
            <a:spcAft>
              <a:spcPct val="15000"/>
            </a:spcAft>
            <a:buFont typeface="Arial" panose="020B0604020202020204" pitchFamily="34" charset="0"/>
            <a:buChar char="•"/>
          </a:pPr>
          <a:r>
            <a:rPr lang="en-IN" sz="1200" b="0" kern="1200" dirty="0"/>
            <a:t>Uses </a:t>
          </a:r>
          <a:r>
            <a:rPr lang="en-IN" sz="1200" b="0" kern="1200" dirty="0" err="1"/>
            <a:t>ImageDataGenerator</a:t>
          </a:r>
          <a:r>
            <a:rPr lang="en-IN" sz="1200" b="0" kern="1200" dirty="0"/>
            <a:t> for: Rotation, zoom, horizontal flip.</a:t>
          </a:r>
        </a:p>
      </dsp:txBody>
      <dsp:txXfrm>
        <a:off x="175358" y="1876177"/>
        <a:ext cx="2255073" cy="1353044"/>
      </dsp:txXfrm>
    </dsp:sp>
    <dsp:sp modelId="{C76B0124-FB0B-4FE7-BB98-F6F4780ED432}">
      <dsp:nvSpPr>
        <dsp:cNvPr id="0" name=""/>
        <dsp:cNvSpPr/>
      </dsp:nvSpPr>
      <dsp:spPr>
        <a:xfrm>
          <a:off x="5202373" y="2506980"/>
          <a:ext cx="488066" cy="91440"/>
        </a:xfrm>
        <a:custGeom>
          <a:avLst/>
          <a:gdLst/>
          <a:ahLst/>
          <a:cxnLst/>
          <a:rect l="0" t="0" r="0" b="0"/>
          <a:pathLst>
            <a:path>
              <a:moveTo>
                <a:pt x="0" y="45720"/>
              </a:moveTo>
              <a:lnTo>
                <a:pt x="488066" y="45720"/>
              </a:lnTo>
            </a:path>
          </a:pathLst>
        </a:custGeom>
        <a:noFill/>
        <a:ln w="10000" cap="flat" cmpd="sng" algn="ctr">
          <a:solidFill>
            <a:schemeClr val="accent1">
              <a:hueOff val="0"/>
              <a:satOff val="0"/>
              <a:lumOff val="0"/>
              <a:alphaOff val="0"/>
            </a:schemeClr>
          </a:solidFill>
          <a:prstDash val="solid"/>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IN" sz="500" kern="1200"/>
        </a:p>
      </dsp:txBody>
      <dsp:txXfrm>
        <a:off x="5433440" y="2550104"/>
        <a:ext cx="25933" cy="5191"/>
      </dsp:txXfrm>
    </dsp:sp>
    <dsp:sp modelId="{BC02CA67-958D-4DEB-B77C-30562E13493C}">
      <dsp:nvSpPr>
        <dsp:cNvPr id="0" name=""/>
        <dsp:cNvSpPr/>
      </dsp:nvSpPr>
      <dsp:spPr>
        <a:xfrm>
          <a:off x="2949099" y="1876177"/>
          <a:ext cx="2255073" cy="1353044"/>
        </a:xfrm>
        <a:prstGeom prst="rect">
          <a:avLst/>
        </a:prstGeom>
        <a:solidFill>
          <a:schemeClr val="lt1">
            <a:hueOff val="0"/>
            <a:satOff val="0"/>
            <a:lumOff val="0"/>
            <a:alphaOff val="0"/>
          </a:schemeClr>
        </a:solidFill>
        <a:ln w="19050" cap="flat" cmpd="sng" algn="ctr">
          <a:solidFill>
            <a:schemeClr val="accent1">
              <a:shade val="80000"/>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85344" tIns="85344" rIns="85344" bIns="85344" numCol="1" spcCol="1270" anchor="t" anchorCtr="0">
          <a:noAutofit/>
        </a:bodyPr>
        <a:lstStyle/>
        <a:p>
          <a:pPr marL="0" lvl="0" indent="0" algn="l" defTabSz="533400">
            <a:lnSpc>
              <a:spcPct val="90000"/>
            </a:lnSpc>
            <a:spcBef>
              <a:spcPct val="0"/>
            </a:spcBef>
            <a:spcAft>
              <a:spcPct val="35000"/>
            </a:spcAft>
            <a:buFont typeface="Arial" panose="020B0604020202020204" pitchFamily="34" charset="0"/>
            <a:buNone/>
          </a:pPr>
          <a:r>
            <a:rPr lang="en-US" sz="1200" b="1" kern="1200" dirty="0"/>
            <a:t>Step 5: </a:t>
          </a:r>
          <a:r>
            <a:rPr lang="en-IN" sz="1200" b="1" kern="1200" dirty="0"/>
            <a:t>CNN Feature Extraction</a:t>
          </a:r>
        </a:p>
        <a:p>
          <a:pPr marL="114300" lvl="1" indent="-114300" algn="l" defTabSz="533400">
            <a:lnSpc>
              <a:spcPct val="90000"/>
            </a:lnSpc>
            <a:spcBef>
              <a:spcPct val="0"/>
            </a:spcBef>
            <a:spcAft>
              <a:spcPct val="15000"/>
            </a:spcAft>
            <a:buFont typeface="Arial" panose="020B0604020202020204" pitchFamily="34" charset="0"/>
            <a:buChar char="•"/>
          </a:pPr>
          <a:r>
            <a:rPr lang="en-IN" sz="1200" kern="1200" dirty="0"/>
            <a:t>Input → (48×48×1) image </a:t>
          </a:r>
        </a:p>
        <a:p>
          <a:pPr marL="114300" lvl="1" indent="-114300" algn="l" defTabSz="533400">
            <a:lnSpc>
              <a:spcPct val="90000"/>
            </a:lnSpc>
            <a:spcBef>
              <a:spcPct val="0"/>
            </a:spcBef>
            <a:spcAft>
              <a:spcPct val="15000"/>
            </a:spcAft>
            <a:buFont typeface="Arial" panose="020B0604020202020204" pitchFamily="34" charset="0"/>
            <a:buChar char="•"/>
          </a:pPr>
          <a:r>
            <a:rPr lang="en-US" sz="1200" b="0" kern="1200" dirty="0"/>
            <a:t>Multiple Conv2D + </a:t>
          </a:r>
          <a:r>
            <a:rPr lang="en-US" sz="1200" b="0" kern="1200" dirty="0" err="1"/>
            <a:t>BatchNorm</a:t>
          </a:r>
          <a:r>
            <a:rPr lang="en-US" sz="1200" b="0" kern="1200" dirty="0"/>
            <a:t> + </a:t>
          </a:r>
          <a:r>
            <a:rPr lang="en-US" sz="1200" b="0" kern="1200" dirty="0" err="1"/>
            <a:t>ReLU</a:t>
          </a:r>
          <a:r>
            <a:rPr lang="en-US" sz="1200" b="0" kern="1200" dirty="0"/>
            <a:t> + </a:t>
          </a:r>
          <a:r>
            <a:rPr lang="en-US" sz="1200" b="0" kern="1200" dirty="0" err="1"/>
            <a:t>MaxPooling</a:t>
          </a:r>
          <a:r>
            <a:rPr lang="en-US" sz="1200" b="0" kern="1200" dirty="0"/>
            <a:t> layers</a:t>
          </a:r>
        </a:p>
        <a:p>
          <a:pPr marL="114300" lvl="1" indent="-114300" algn="l" defTabSz="533400">
            <a:lnSpc>
              <a:spcPct val="90000"/>
            </a:lnSpc>
            <a:spcBef>
              <a:spcPct val="0"/>
            </a:spcBef>
            <a:spcAft>
              <a:spcPct val="15000"/>
            </a:spcAft>
            <a:buFont typeface="Arial" panose="020B0604020202020204" pitchFamily="34" charset="0"/>
            <a:buChar char="•"/>
          </a:pPr>
          <a:r>
            <a:rPr lang="en-IN" sz="1200" b="0" kern="1200" dirty="0"/>
            <a:t>Apply Dropout &amp; </a:t>
          </a:r>
          <a:r>
            <a:rPr lang="en-US" sz="1200" b="0" kern="1200" dirty="0"/>
            <a:t>Flatten → Fully Connected Layers → </a:t>
          </a:r>
          <a:r>
            <a:rPr lang="en-US" sz="1200" b="0" kern="1200" dirty="0" err="1"/>
            <a:t>Softmax</a:t>
          </a:r>
          <a:r>
            <a:rPr lang="en-US" sz="1200" b="0" kern="1200" dirty="0"/>
            <a:t> (7 emotions) </a:t>
          </a:r>
        </a:p>
      </dsp:txBody>
      <dsp:txXfrm>
        <a:off x="2949099" y="1876177"/>
        <a:ext cx="2255073" cy="1353044"/>
      </dsp:txXfrm>
    </dsp:sp>
    <dsp:sp modelId="{1E24E573-FA15-4CE8-AC01-1FCF4106DB70}">
      <dsp:nvSpPr>
        <dsp:cNvPr id="0" name=""/>
        <dsp:cNvSpPr/>
      </dsp:nvSpPr>
      <dsp:spPr>
        <a:xfrm>
          <a:off x="1302895" y="3227422"/>
          <a:ext cx="5547481" cy="488066"/>
        </a:xfrm>
        <a:custGeom>
          <a:avLst/>
          <a:gdLst/>
          <a:ahLst/>
          <a:cxnLst/>
          <a:rect l="0" t="0" r="0" b="0"/>
          <a:pathLst>
            <a:path>
              <a:moveTo>
                <a:pt x="5547481" y="0"/>
              </a:moveTo>
              <a:lnTo>
                <a:pt x="5547481" y="261133"/>
              </a:lnTo>
              <a:lnTo>
                <a:pt x="0" y="261133"/>
              </a:lnTo>
              <a:lnTo>
                <a:pt x="0" y="488066"/>
              </a:lnTo>
            </a:path>
          </a:pathLst>
        </a:custGeom>
        <a:noFill/>
        <a:ln w="10000" cap="flat" cmpd="sng" algn="ctr">
          <a:solidFill>
            <a:schemeClr val="accent1">
              <a:hueOff val="0"/>
              <a:satOff val="0"/>
              <a:lumOff val="0"/>
              <a:alphaOff val="0"/>
            </a:schemeClr>
          </a:solidFill>
          <a:prstDash val="solid"/>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IN" sz="500" kern="1200"/>
        </a:p>
      </dsp:txBody>
      <dsp:txXfrm>
        <a:off x="3937344" y="3468859"/>
        <a:ext cx="278583" cy="5191"/>
      </dsp:txXfrm>
    </dsp:sp>
    <dsp:sp modelId="{CC620400-2F74-4D29-BDAC-89EA9A2B96F9}">
      <dsp:nvSpPr>
        <dsp:cNvPr id="0" name=""/>
        <dsp:cNvSpPr/>
      </dsp:nvSpPr>
      <dsp:spPr>
        <a:xfrm>
          <a:off x="5722840" y="1876177"/>
          <a:ext cx="2255073" cy="1353044"/>
        </a:xfrm>
        <a:prstGeom prst="rect">
          <a:avLst/>
        </a:prstGeom>
        <a:solidFill>
          <a:schemeClr val="lt1">
            <a:hueOff val="0"/>
            <a:satOff val="0"/>
            <a:lumOff val="0"/>
            <a:alphaOff val="0"/>
          </a:schemeClr>
        </a:solidFill>
        <a:ln w="19050" cap="flat" cmpd="sng" algn="ctr">
          <a:solidFill>
            <a:schemeClr val="accent1">
              <a:shade val="80000"/>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85344" tIns="85344" rIns="85344" bIns="85344" numCol="1" spcCol="1270" anchor="t" anchorCtr="0">
          <a:noAutofit/>
        </a:bodyPr>
        <a:lstStyle/>
        <a:p>
          <a:pPr marL="0" lvl="0" indent="0" algn="l" defTabSz="533400">
            <a:lnSpc>
              <a:spcPct val="90000"/>
            </a:lnSpc>
            <a:spcBef>
              <a:spcPct val="0"/>
            </a:spcBef>
            <a:spcAft>
              <a:spcPct val="35000"/>
            </a:spcAft>
            <a:buFont typeface="Arial" panose="020B0604020202020204" pitchFamily="34" charset="0"/>
            <a:buNone/>
          </a:pPr>
          <a:r>
            <a:rPr lang="en-US" sz="1200" b="1" kern="1200" dirty="0"/>
            <a:t>Step 6: T</a:t>
          </a:r>
          <a:r>
            <a:rPr lang="en-IN" sz="1200" b="1" kern="1200" dirty="0"/>
            <a:t>raining with Adaptive Learning</a:t>
          </a:r>
        </a:p>
        <a:p>
          <a:pPr marL="114300" lvl="1" indent="-114300" algn="l" defTabSz="533400">
            <a:lnSpc>
              <a:spcPct val="90000"/>
            </a:lnSpc>
            <a:spcBef>
              <a:spcPct val="0"/>
            </a:spcBef>
            <a:spcAft>
              <a:spcPct val="15000"/>
            </a:spcAft>
            <a:buFont typeface="Arial" panose="020B0604020202020204" pitchFamily="34" charset="0"/>
            <a:buChar char="•"/>
          </a:pPr>
          <a:r>
            <a:rPr lang="en-US" sz="1200" b="0" kern="1200" dirty="0"/>
            <a:t>Train using: Adam optimizer (</a:t>
          </a:r>
          <a:r>
            <a:rPr lang="en-US" sz="1200" b="0" kern="1200" dirty="0" err="1"/>
            <a:t>lr</a:t>
          </a:r>
          <a:r>
            <a:rPr lang="en-US" sz="1200" b="0" kern="1200" dirty="0"/>
            <a:t>=0.0001); </a:t>
          </a:r>
          <a:r>
            <a:rPr lang="en-IN" sz="1200" b="0" kern="1200" dirty="0"/>
            <a:t>Categorical </a:t>
          </a:r>
          <a:r>
            <a:rPr lang="en-IN" sz="1200" b="0" kern="1200" dirty="0" err="1"/>
            <a:t>Crossentropy</a:t>
          </a:r>
          <a:r>
            <a:rPr lang="en-IN" sz="1200" b="0" kern="1200" dirty="0"/>
            <a:t> loss</a:t>
          </a:r>
        </a:p>
        <a:p>
          <a:pPr marL="114300" lvl="1" indent="-114300" algn="l" defTabSz="533400">
            <a:lnSpc>
              <a:spcPct val="90000"/>
            </a:lnSpc>
            <a:spcBef>
              <a:spcPct val="0"/>
            </a:spcBef>
            <a:spcAft>
              <a:spcPct val="15000"/>
            </a:spcAft>
            <a:buFont typeface="Arial" panose="020B0604020202020204" pitchFamily="34" charset="0"/>
            <a:buChar char="•"/>
          </a:pPr>
          <a:r>
            <a:rPr lang="en-IN" sz="1200" kern="1200" dirty="0"/>
            <a:t> Use callbacks: </a:t>
          </a:r>
          <a:r>
            <a:rPr lang="en-IN" sz="1200" kern="1200" dirty="0" err="1"/>
            <a:t>EarlyStopping</a:t>
          </a:r>
          <a:r>
            <a:rPr lang="en-IN" sz="1200" kern="1200" dirty="0"/>
            <a:t>, </a:t>
          </a:r>
          <a:r>
            <a:rPr lang="en-IN" sz="1200" kern="1200" dirty="0" err="1"/>
            <a:t>ModelCheckpoint</a:t>
          </a:r>
          <a:endParaRPr lang="en-IN" sz="1200" kern="1200" dirty="0"/>
        </a:p>
      </dsp:txBody>
      <dsp:txXfrm>
        <a:off x="5722840" y="1876177"/>
        <a:ext cx="2255073" cy="1353044"/>
      </dsp:txXfrm>
    </dsp:sp>
    <dsp:sp modelId="{D2424F1A-FCD4-4AEE-81F6-5C82118B2606}">
      <dsp:nvSpPr>
        <dsp:cNvPr id="0" name=""/>
        <dsp:cNvSpPr/>
      </dsp:nvSpPr>
      <dsp:spPr>
        <a:xfrm>
          <a:off x="2428632" y="4378691"/>
          <a:ext cx="488066" cy="91440"/>
        </a:xfrm>
        <a:custGeom>
          <a:avLst/>
          <a:gdLst/>
          <a:ahLst/>
          <a:cxnLst/>
          <a:rect l="0" t="0" r="0" b="0"/>
          <a:pathLst>
            <a:path>
              <a:moveTo>
                <a:pt x="0" y="45720"/>
              </a:moveTo>
              <a:lnTo>
                <a:pt x="488066" y="45720"/>
              </a:lnTo>
            </a:path>
          </a:pathLst>
        </a:custGeom>
        <a:noFill/>
        <a:ln w="10000" cap="flat" cmpd="sng" algn="ctr">
          <a:solidFill>
            <a:schemeClr val="accent1">
              <a:hueOff val="0"/>
              <a:satOff val="0"/>
              <a:lumOff val="0"/>
              <a:alphaOff val="0"/>
            </a:schemeClr>
          </a:solidFill>
          <a:prstDash val="solid"/>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IN" sz="500" kern="1200"/>
        </a:p>
      </dsp:txBody>
      <dsp:txXfrm>
        <a:off x="2659699" y="4421815"/>
        <a:ext cx="25933" cy="5191"/>
      </dsp:txXfrm>
    </dsp:sp>
    <dsp:sp modelId="{00160C5E-A38F-4FBB-98E4-A89B688D96D0}">
      <dsp:nvSpPr>
        <dsp:cNvPr id="0" name=""/>
        <dsp:cNvSpPr/>
      </dsp:nvSpPr>
      <dsp:spPr>
        <a:xfrm>
          <a:off x="175358" y="3747889"/>
          <a:ext cx="2255073" cy="1353044"/>
        </a:xfrm>
        <a:prstGeom prst="rect">
          <a:avLst/>
        </a:prstGeom>
        <a:solidFill>
          <a:schemeClr val="lt1">
            <a:hueOff val="0"/>
            <a:satOff val="0"/>
            <a:lumOff val="0"/>
            <a:alphaOff val="0"/>
          </a:schemeClr>
        </a:solidFill>
        <a:ln w="19050" cap="flat" cmpd="sng" algn="ctr">
          <a:solidFill>
            <a:schemeClr val="accent1">
              <a:shade val="80000"/>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85344" tIns="85344" rIns="85344" bIns="85344" numCol="1" spcCol="1270" anchor="t" anchorCtr="0">
          <a:noAutofit/>
        </a:bodyPr>
        <a:lstStyle/>
        <a:p>
          <a:pPr marL="0" lvl="0" indent="0" algn="l" defTabSz="533400">
            <a:lnSpc>
              <a:spcPct val="90000"/>
            </a:lnSpc>
            <a:spcBef>
              <a:spcPct val="0"/>
            </a:spcBef>
            <a:spcAft>
              <a:spcPct val="35000"/>
            </a:spcAft>
            <a:buFont typeface="Arial" panose="020B0604020202020204" pitchFamily="34" charset="0"/>
            <a:buNone/>
          </a:pPr>
          <a:r>
            <a:rPr lang="en-US" sz="1200" b="1" kern="1200" dirty="0"/>
            <a:t>Step 7: </a:t>
          </a:r>
          <a:r>
            <a:rPr lang="en-US" sz="1200" b="1" kern="1200"/>
            <a:t>Model </a:t>
          </a:r>
          <a:r>
            <a:rPr lang="en-IN" sz="1200" b="1" kern="1200"/>
            <a:t>Evaluation</a:t>
          </a:r>
          <a:endParaRPr lang="en-IN" sz="1200" b="0" kern="1200" dirty="0"/>
        </a:p>
        <a:p>
          <a:pPr marL="114300" lvl="1" indent="-114300" algn="l" defTabSz="533400">
            <a:lnSpc>
              <a:spcPct val="90000"/>
            </a:lnSpc>
            <a:spcBef>
              <a:spcPct val="0"/>
            </a:spcBef>
            <a:spcAft>
              <a:spcPct val="15000"/>
            </a:spcAft>
            <a:buNone/>
          </a:pPr>
          <a:r>
            <a:rPr lang="en-US" sz="1200" kern="1200"/>
            <a:t>Evaluates on test/validation data</a:t>
          </a:r>
          <a:endParaRPr lang="en-IN" sz="1200" kern="1200"/>
        </a:p>
        <a:p>
          <a:pPr marL="114300" lvl="1" indent="-114300" algn="l" defTabSz="533400">
            <a:lnSpc>
              <a:spcPct val="90000"/>
            </a:lnSpc>
            <a:spcBef>
              <a:spcPct val="0"/>
            </a:spcBef>
            <a:spcAft>
              <a:spcPct val="15000"/>
            </a:spcAft>
            <a:buNone/>
          </a:pPr>
          <a:r>
            <a:rPr lang="en-US" sz="1200" kern="1200" dirty="0"/>
            <a:t>F1-score, Accuracy/Loss Curve, Confusion Matrix</a:t>
          </a:r>
          <a:endParaRPr lang="en-IN" sz="1200" kern="1200" dirty="0"/>
        </a:p>
      </dsp:txBody>
      <dsp:txXfrm>
        <a:off x="175358" y="3747889"/>
        <a:ext cx="2255073" cy="1353044"/>
      </dsp:txXfrm>
    </dsp:sp>
    <dsp:sp modelId="{9FB6CF81-06A3-4CA2-BC3E-4768BD48D81E}">
      <dsp:nvSpPr>
        <dsp:cNvPr id="0" name=""/>
        <dsp:cNvSpPr/>
      </dsp:nvSpPr>
      <dsp:spPr>
        <a:xfrm>
          <a:off x="2949099" y="3747889"/>
          <a:ext cx="2255073" cy="1353044"/>
        </a:xfrm>
        <a:prstGeom prst="rect">
          <a:avLst/>
        </a:prstGeom>
        <a:solidFill>
          <a:schemeClr val="lt1">
            <a:hueOff val="0"/>
            <a:satOff val="0"/>
            <a:lumOff val="0"/>
            <a:alphaOff val="0"/>
          </a:schemeClr>
        </a:solidFill>
        <a:ln w="19050" cap="flat" cmpd="sng" algn="ctr">
          <a:solidFill>
            <a:schemeClr val="accent1">
              <a:shade val="80000"/>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85344" tIns="85344" rIns="85344" bIns="85344" numCol="1" spcCol="1270" anchor="t" anchorCtr="0">
          <a:noAutofit/>
        </a:bodyPr>
        <a:lstStyle/>
        <a:p>
          <a:pPr marL="0" lvl="0" indent="0" algn="l" defTabSz="533400">
            <a:lnSpc>
              <a:spcPct val="90000"/>
            </a:lnSpc>
            <a:spcBef>
              <a:spcPct val="0"/>
            </a:spcBef>
            <a:spcAft>
              <a:spcPct val="35000"/>
            </a:spcAft>
            <a:buFont typeface="Arial" panose="020B0604020202020204" pitchFamily="34" charset="0"/>
            <a:buNone/>
          </a:pPr>
          <a:r>
            <a:rPr lang="en-US" sz="1200" b="1" kern="1200" dirty="0"/>
            <a:t>Step 8: </a:t>
          </a:r>
          <a:r>
            <a:rPr lang="en-US" sz="1200" b="1" kern="1200"/>
            <a:t>Emotion Prediction</a:t>
          </a:r>
          <a:endParaRPr lang="en-IN" sz="1200" b="1" kern="1200" dirty="0"/>
        </a:p>
        <a:p>
          <a:pPr marL="114300" lvl="1" indent="-114300" algn="l" defTabSz="533400">
            <a:lnSpc>
              <a:spcPct val="90000"/>
            </a:lnSpc>
            <a:spcBef>
              <a:spcPct val="0"/>
            </a:spcBef>
            <a:spcAft>
              <a:spcPct val="15000"/>
            </a:spcAft>
            <a:buFont typeface="Arial" panose="020B0604020202020204" pitchFamily="34" charset="0"/>
            <a:buChar char="•"/>
          </a:pPr>
          <a:r>
            <a:rPr lang="en-US" sz="1200" kern="1200"/>
            <a:t>Final predicted emotion, for static image</a:t>
          </a:r>
          <a:endParaRPr lang="en-IN" sz="1200" kern="1200"/>
        </a:p>
        <a:p>
          <a:pPr marL="114300" lvl="1" indent="-114300" algn="l" defTabSz="533400">
            <a:lnSpc>
              <a:spcPct val="90000"/>
            </a:lnSpc>
            <a:spcBef>
              <a:spcPct val="0"/>
            </a:spcBef>
            <a:spcAft>
              <a:spcPct val="15000"/>
            </a:spcAft>
            <a:buFont typeface="Arial" panose="020B0604020202020204" pitchFamily="34" charset="0"/>
            <a:buChar char="•"/>
          </a:pPr>
          <a:r>
            <a:rPr lang="en-US" sz="1200" kern="1200" dirty="0"/>
            <a:t>Real-time Emotion Identification</a:t>
          </a:r>
          <a:endParaRPr lang="en-IN" sz="1200" kern="1200" dirty="0"/>
        </a:p>
      </dsp:txBody>
      <dsp:txXfrm>
        <a:off x="2949099" y="3747889"/>
        <a:ext cx="2255073" cy="1353044"/>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5D0249A-2A62-48AF-8445-4658F540E46B}">
      <dsp:nvSpPr>
        <dsp:cNvPr id="0" name=""/>
        <dsp:cNvSpPr/>
      </dsp:nvSpPr>
      <dsp:spPr>
        <a:xfrm>
          <a:off x="2547" y="307506"/>
          <a:ext cx="2484239" cy="630917"/>
        </a:xfrm>
        <a:prstGeom prst="rect">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35128" tIns="77216" rIns="135128" bIns="77216" numCol="1" spcCol="1270" anchor="ctr" anchorCtr="0">
          <a:noAutofit/>
        </a:bodyPr>
        <a:lstStyle/>
        <a:p>
          <a:pPr marL="0" lvl="0" indent="0" algn="ctr" defTabSz="844550">
            <a:lnSpc>
              <a:spcPct val="90000"/>
            </a:lnSpc>
            <a:spcBef>
              <a:spcPct val="0"/>
            </a:spcBef>
            <a:spcAft>
              <a:spcPct val="35000"/>
            </a:spcAft>
            <a:buNone/>
          </a:pPr>
          <a:r>
            <a:rPr lang="en-IN" sz="1900" b="0" kern="1200"/>
            <a:t>Model Training Performance</a:t>
          </a:r>
        </a:p>
      </dsp:txBody>
      <dsp:txXfrm>
        <a:off x="2547" y="307506"/>
        <a:ext cx="2484239" cy="630917"/>
      </dsp:txXfrm>
    </dsp:sp>
    <dsp:sp modelId="{B6E256A8-8A83-48D4-AD54-9A7B3183FBA6}">
      <dsp:nvSpPr>
        <dsp:cNvPr id="0" name=""/>
        <dsp:cNvSpPr/>
      </dsp:nvSpPr>
      <dsp:spPr>
        <a:xfrm>
          <a:off x="2547" y="938423"/>
          <a:ext cx="2484239" cy="3859469"/>
        </a:xfrm>
        <a:prstGeom prst="rect">
          <a:avLst/>
        </a:prstGeom>
        <a:solidFill>
          <a:schemeClr val="accent1">
            <a:alpha val="90000"/>
            <a:tint val="40000"/>
            <a:hueOff val="0"/>
            <a:satOff val="0"/>
            <a:lumOff val="0"/>
            <a:alphaOff val="0"/>
          </a:schemeClr>
        </a:solidFill>
        <a:ln w="19050" cap="flat" cmpd="sng" algn="ctr">
          <a:solidFill>
            <a:schemeClr val="accent1">
              <a:alpha val="90000"/>
              <a:tint val="4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01346" tIns="101346" rIns="135128" bIns="152019" numCol="1" spcCol="1270" anchor="t" anchorCtr="0">
          <a:noAutofit/>
        </a:bodyPr>
        <a:lstStyle/>
        <a:p>
          <a:pPr marL="171450" lvl="1" indent="-171450" algn="l" defTabSz="844550">
            <a:lnSpc>
              <a:spcPct val="90000"/>
            </a:lnSpc>
            <a:spcBef>
              <a:spcPct val="0"/>
            </a:spcBef>
            <a:spcAft>
              <a:spcPct val="15000"/>
            </a:spcAft>
            <a:buFont typeface="Arial" panose="020B0604020202020204" pitchFamily="34" charset="0"/>
            <a:buChar char="•"/>
          </a:pPr>
          <a:r>
            <a:rPr lang="en-IN" sz="1900" b="0" kern="1200" dirty="0"/>
            <a:t>Trained for 15 epochs on FER dataset </a:t>
          </a:r>
        </a:p>
        <a:p>
          <a:pPr marL="171450" lvl="1" indent="-171450" algn="l" defTabSz="844550">
            <a:lnSpc>
              <a:spcPct val="90000"/>
            </a:lnSpc>
            <a:spcBef>
              <a:spcPct val="0"/>
            </a:spcBef>
            <a:spcAft>
              <a:spcPct val="15000"/>
            </a:spcAft>
            <a:buFont typeface="Arial" panose="020B0604020202020204" pitchFamily="34" charset="0"/>
            <a:buChar char="•"/>
          </a:pPr>
          <a:r>
            <a:rPr lang="en-IN" sz="1900" b="0" kern="1200"/>
            <a:t>Achieved: </a:t>
          </a:r>
        </a:p>
        <a:p>
          <a:pPr marL="342900" lvl="2" indent="-171450" algn="l" defTabSz="844550">
            <a:lnSpc>
              <a:spcPct val="90000"/>
            </a:lnSpc>
            <a:spcBef>
              <a:spcPct val="0"/>
            </a:spcBef>
            <a:spcAft>
              <a:spcPct val="15000"/>
            </a:spcAft>
            <a:buFont typeface="Arial" panose="020B0604020202020204" pitchFamily="34" charset="0"/>
            <a:buChar char="•"/>
          </a:pPr>
          <a:r>
            <a:rPr lang="en-IN" sz="1900" b="0" kern="1200" dirty="0"/>
            <a:t>Training Accuracy: 51–52% </a:t>
          </a:r>
        </a:p>
        <a:p>
          <a:pPr marL="342900" lvl="2" indent="-171450" algn="l" defTabSz="844550">
            <a:lnSpc>
              <a:spcPct val="90000"/>
            </a:lnSpc>
            <a:spcBef>
              <a:spcPct val="0"/>
            </a:spcBef>
            <a:spcAft>
              <a:spcPct val="15000"/>
            </a:spcAft>
            <a:buFont typeface="Arial" panose="020B0604020202020204" pitchFamily="34" charset="0"/>
            <a:buChar char="•"/>
          </a:pPr>
          <a:r>
            <a:rPr lang="en-IN" sz="1900" b="0" kern="1200" dirty="0"/>
            <a:t>Validation Accuracy: 52–53% </a:t>
          </a:r>
        </a:p>
        <a:p>
          <a:pPr marL="171450" lvl="1" indent="-171450" algn="l" defTabSz="844550">
            <a:lnSpc>
              <a:spcPct val="90000"/>
            </a:lnSpc>
            <a:spcBef>
              <a:spcPct val="0"/>
            </a:spcBef>
            <a:spcAft>
              <a:spcPct val="15000"/>
            </a:spcAft>
            <a:buFont typeface="Arial" panose="020B0604020202020204" pitchFamily="34" charset="0"/>
            <a:buChar char="•"/>
          </a:pPr>
          <a:r>
            <a:rPr lang="en-IN" sz="1900" b="0" kern="1200"/>
            <a:t>Loss reduced significantly: </a:t>
          </a:r>
        </a:p>
        <a:p>
          <a:pPr marL="342900" lvl="2" indent="-171450" algn="l" defTabSz="844550">
            <a:lnSpc>
              <a:spcPct val="90000"/>
            </a:lnSpc>
            <a:spcBef>
              <a:spcPct val="0"/>
            </a:spcBef>
            <a:spcAft>
              <a:spcPct val="15000"/>
            </a:spcAft>
            <a:buFont typeface="Arial" panose="020B0604020202020204" pitchFamily="34" charset="0"/>
            <a:buChar char="•"/>
          </a:pPr>
          <a:r>
            <a:rPr lang="en-IN" sz="1900" b="0" kern="1200" dirty="0"/>
            <a:t>4.0 → 1.45 (training loss) </a:t>
          </a:r>
        </a:p>
        <a:p>
          <a:pPr marL="342900" lvl="2" indent="-171450" algn="l" defTabSz="844550">
            <a:lnSpc>
              <a:spcPct val="90000"/>
            </a:lnSpc>
            <a:spcBef>
              <a:spcPct val="0"/>
            </a:spcBef>
            <a:spcAft>
              <a:spcPct val="15000"/>
            </a:spcAft>
            <a:buFont typeface="Arial" panose="020B0604020202020204" pitchFamily="34" charset="0"/>
            <a:buChar char="•"/>
          </a:pPr>
          <a:r>
            <a:rPr lang="en-IN" sz="1900" b="0" kern="1200" dirty="0"/>
            <a:t>3.5 → 1.45 (validation loss) </a:t>
          </a:r>
        </a:p>
      </dsp:txBody>
      <dsp:txXfrm>
        <a:off x="2547" y="938423"/>
        <a:ext cx="2484239" cy="3859469"/>
      </dsp:txXfrm>
    </dsp:sp>
    <dsp:sp modelId="{E03182EB-0F59-4D42-9216-70072A44CBF9}">
      <dsp:nvSpPr>
        <dsp:cNvPr id="0" name=""/>
        <dsp:cNvSpPr/>
      </dsp:nvSpPr>
      <dsp:spPr>
        <a:xfrm>
          <a:off x="2834580" y="307506"/>
          <a:ext cx="2484239" cy="630917"/>
        </a:xfrm>
        <a:prstGeom prst="rect">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35128" tIns="77216" rIns="135128" bIns="77216" numCol="1" spcCol="1270" anchor="ctr" anchorCtr="0">
          <a:noAutofit/>
        </a:bodyPr>
        <a:lstStyle/>
        <a:p>
          <a:pPr marL="0" lvl="0" indent="0" algn="ctr" defTabSz="844550">
            <a:lnSpc>
              <a:spcPct val="90000"/>
            </a:lnSpc>
            <a:spcBef>
              <a:spcPct val="0"/>
            </a:spcBef>
            <a:spcAft>
              <a:spcPct val="35000"/>
            </a:spcAft>
            <a:buNone/>
          </a:pPr>
          <a:r>
            <a:rPr lang="en-IN" sz="1900" b="0" kern="1200" dirty="0"/>
            <a:t>Model Evaluation </a:t>
          </a:r>
        </a:p>
      </dsp:txBody>
      <dsp:txXfrm>
        <a:off x="2834580" y="307506"/>
        <a:ext cx="2484239" cy="630917"/>
      </dsp:txXfrm>
    </dsp:sp>
    <dsp:sp modelId="{8EE86A64-EEE5-4EAB-9072-3409695A9C1B}">
      <dsp:nvSpPr>
        <dsp:cNvPr id="0" name=""/>
        <dsp:cNvSpPr/>
      </dsp:nvSpPr>
      <dsp:spPr>
        <a:xfrm>
          <a:off x="2834580" y="938423"/>
          <a:ext cx="2484239" cy="3859469"/>
        </a:xfrm>
        <a:prstGeom prst="rect">
          <a:avLst/>
        </a:prstGeom>
        <a:solidFill>
          <a:schemeClr val="accent1">
            <a:alpha val="90000"/>
            <a:tint val="40000"/>
            <a:hueOff val="0"/>
            <a:satOff val="0"/>
            <a:lumOff val="0"/>
            <a:alphaOff val="0"/>
          </a:schemeClr>
        </a:solidFill>
        <a:ln w="19050" cap="flat" cmpd="sng" algn="ctr">
          <a:solidFill>
            <a:schemeClr val="accent1">
              <a:alpha val="90000"/>
              <a:tint val="4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01346" tIns="101346" rIns="135128" bIns="152019" numCol="1" spcCol="1270" anchor="t" anchorCtr="0">
          <a:noAutofit/>
        </a:bodyPr>
        <a:lstStyle/>
        <a:p>
          <a:pPr marL="171450" lvl="1" indent="-171450" algn="l" defTabSz="844550">
            <a:lnSpc>
              <a:spcPct val="90000"/>
            </a:lnSpc>
            <a:spcBef>
              <a:spcPct val="0"/>
            </a:spcBef>
            <a:spcAft>
              <a:spcPct val="15000"/>
            </a:spcAft>
            <a:buFont typeface="Arial" panose="020B0604020202020204" pitchFamily="34" charset="0"/>
            <a:buChar char="•"/>
          </a:pPr>
          <a:r>
            <a:rPr lang="en-US" sz="1900" b="0" kern="1200" dirty="0"/>
            <a:t>Final Test Accuracy: 57.5%</a:t>
          </a:r>
          <a:endParaRPr lang="en-IN" sz="1900" b="0" kern="1200" dirty="0"/>
        </a:p>
        <a:p>
          <a:pPr marL="171450" lvl="1" indent="-171450" algn="l" defTabSz="844550">
            <a:lnSpc>
              <a:spcPct val="90000"/>
            </a:lnSpc>
            <a:spcBef>
              <a:spcPct val="0"/>
            </a:spcBef>
            <a:spcAft>
              <a:spcPct val="15000"/>
            </a:spcAft>
            <a:buFont typeface="Arial" panose="020B0604020202020204" pitchFamily="34" charset="0"/>
            <a:buChar char="•"/>
          </a:pPr>
          <a:r>
            <a:rPr lang="en-US" sz="1900" b="0" kern="1200"/>
            <a:t>Weighted F1-score: 0.553</a:t>
          </a:r>
          <a:endParaRPr lang="en-IN" sz="1900" b="0" kern="1200" dirty="0"/>
        </a:p>
        <a:p>
          <a:pPr marL="171450" lvl="1" indent="-171450" algn="l" defTabSz="844550">
            <a:lnSpc>
              <a:spcPct val="90000"/>
            </a:lnSpc>
            <a:spcBef>
              <a:spcPct val="0"/>
            </a:spcBef>
            <a:spcAft>
              <a:spcPct val="15000"/>
            </a:spcAft>
            <a:buFont typeface="Arial" panose="020B0604020202020204" pitchFamily="34" charset="0"/>
            <a:buChar char="•"/>
          </a:pPr>
          <a:r>
            <a:rPr lang="en-US" sz="1900" b="0" kern="1200" dirty="0"/>
            <a:t>Strong class performance: Happy: F1 = 0.794 (best); </a:t>
          </a:r>
          <a:r>
            <a:rPr lang="en-IN" sz="1900" b="0" kern="1200" dirty="0"/>
            <a:t>Sad: F1 = 0.715 </a:t>
          </a:r>
        </a:p>
        <a:p>
          <a:pPr marL="171450" lvl="1" indent="-171450" algn="l" defTabSz="844550">
            <a:lnSpc>
              <a:spcPct val="90000"/>
            </a:lnSpc>
            <a:spcBef>
              <a:spcPct val="0"/>
            </a:spcBef>
            <a:spcAft>
              <a:spcPct val="15000"/>
            </a:spcAft>
            <a:buFont typeface="Arial" panose="020B0604020202020204" pitchFamily="34" charset="0"/>
            <a:buChar char="•"/>
          </a:pPr>
          <a:r>
            <a:rPr lang="en-US" sz="1900" b="0" kern="1200" dirty="0"/>
            <a:t>Weak classes identified: Fear: Recall = 0.167; </a:t>
          </a:r>
          <a:r>
            <a:rPr lang="en-IN" sz="1900" b="0" kern="1200" dirty="0"/>
            <a:t>Disgust: Recall = 0.192</a:t>
          </a:r>
          <a:endParaRPr lang="en-US" sz="1900" b="0" kern="1200" dirty="0"/>
        </a:p>
        <a:p>
          <a:pPr marL="171450" lvl="1" indent="-171450" algn="l" defTabSz="844550">
            <a:lnSpc>
              <a:spcPct val="90000"/>
            </a:lnSpc>
            <a:spcBef>
              <a:spcPct val="0"/>
            </a:spcBef>
            <a:spcAft>
              <a:spcPct val="15000"/>
            </a:spcAft>
            <a:buFont typeface="Arial" panose="020B0604020202020204" pitchFamily="34" charset="0"/>
            <a:buChar char="•"/>
          </a:pPr>
          <a:endParaRPr lang="en-US" sz="1900" b="0" kern="1200" dirty="0"/>
        </a:p>
      </dsp:txBody>
      <dsp:txXfrm>
        <a:off x="2834580" y="938423"/>
        <a:ext cx="2484239" cy="3859469"/>
      </dsp:txXfrm>
    </dsp:sp>
    <dsp:sp modelId="{D00C8F68-5155-41B9-86A0-9378914882D4}">
      <dsp:nvSpPr>
        <dsp:cNvPr id="0" name=""/>
        <dsp:cNvSpPr/>
      </dsp:nvSpPr>
      <dsp:spPr>
        <a:xfrm>
          <a:off x="5666612" y="307506"/>
          <a:ext cx="2484239" cy="630917"/>
        </a:xfrm>
        <a:prstGeom prst="rect">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35128" tIns="77216" rIns="135128" bIns="77216" numCol="1" spcCol="1270" anchor="ctr" anchorCtr="0">
          <a:noAutofit/>
        </a:bodyPr>
        <a:lstStyle/>
        <a:p>
          <a:pPr marL="0" lvl="0" indent="0" algn="ctr" defTabSz="844550">
            <a:lnSpc>
              <a:spcPct val="90000"/>
            </a:lnSpc>
            <a:spcBef>
              <a:spcPct val="0"/>
            </a:spcBef>
            <a:spcAft>
              <a:spcPct val="35000"/>
            </a:spcAft>
            <a:buNone/>
          </a:pPr>
          <a:r>
            <a:rPr lang="en-IN" sz="1900" kern="1200" dirty="0"/>
            <a:t>Confusion Matrix Insights</a:t>
          </a:r>
          <a:endParaRPr lang="en-IN" sz="1900" b="0" kern="1200" dirty="0"/>
        </a:p>
      </dsp:txBody>
      <dsp:txXfrm>
        <a:off x="5666612" y="307506"/>
        <a:ext cx="2484239" cy="630917"/>
      </dsp:txXfrm>
    </dsp:sp>
    <dsp:sp modelId="{9193AD33-EDAB-4A26-B5AC-A024700743ED}">
      <dsp:nvSpPr>
        <dsp:cNvPr id="0" name=""/>
        <dsp:cNvSpPr/>
      </dsp:nvSpPr>
      <dsp:spPr>
        <a:xfrm>
          <a:off x="5666612" y="938423"/>
          <a:ext cx="2484239" cy="3859469"/>
        </a:xfrm>
        <a:prstGeom prst="rect">
          <a:avLst/>
        </a:prstGeom>
        <a:solidFill>
          <a:schemeClr val="accent1">
            <a:alpha val="90000"/>
            <a:tint val="40000"/>
            <a:hueOff val="0"/>
            <a:satOff val="0"/>
            <a:lumOff val="0"/>
            <a:alphaOff val="0"/>
          </a:schemeClr>
        </a:solidFill>
        <a:ln w="19050" cap="flat" cmpd="sng" algn="ctr">
          <a:solidFill>
            <a:schemeClr val="accent1">
              <a:alpha val="90000"/>
              <a:tint val="4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01346" tIns="101346" rIns="135128" bIns="152019" numCol="1" spcCol="1270" anchor="t" anchorCtr="0">
          <a:noAutofit/>
        </a:bodyPr>
        <a:lstStyle/>
        <a:p>
          <a:pPr marL="171450" lvl="1" indent="-171450" algn="l" defTabSz="844550">
            <a:lnSpc>
              <a:spcPct val="90000"/>
            </a:lnSpc>
            <a:spcBef>
              <a:spcPct val="0"/>
            </a:spcBef>
            <a:spcAft>
              <a:spcPct val="15000"/>
            </a:spcAft>
            <a:buFont typeface="Arial" panose="020B0604020202020204" pitchFamily="34" charset="0"/>
            <a:buChar char="•"/>
          </a:pPr>
          <a:r>
            <a:rPr lang="en-US" sz="1900" b="0" kern="1200" dirty="0"/>
            <a:t>Model performs well on: Happy (775 correct predictions); </a:t>
          </a:r>
          <a:r>
            <a:rPr lang="en-IN" sz="1900" b="0" kern="1200" dirty="0"/>
            <a:t>Surprise (332 correct) </a:t>
          </a:r>
        </a:p>
        <a:p>
          <a:pPr marL="171450" lvl="1" indent="-171450" algn="l" defTabSz="844550">
            <a:lnSpc>
              <a:spcPct val="90000"/>
            </a:lnSpc>
            <a:spcBef>
              <a:spcPct val="0"/>
            </a:spcBef>
            <a:spcAft>
              <a:spcPct val="15000"/>
            </a:spcAft>
            <a:buFont typeface="Arial" panose="020B0604020202020204" pitchFamily="34" charset="0"/>
            <a:buChar char="•"/>
          </a:pPr>
          <a:r>
            <a:rPr lang="en-US" sz="1900" b="0" kern="1200" dirty="0"/>
            <a:t>Major misclassifications: Fear → Anger / Neutral; Neutral ↔ Anger confusion (169 cases)</a:t>
          </a:r>
        </a:p>
        <a:p>
          <a:pPr marL="171450" lvl="1" indent="-171450" algn="l" defTabSz="844550">
            <a:lnSpc>
              <a:spcPct val="90000"/>
            </a:lnSpc>
            <a:spcBef>
              <a:spcPct val="0"/>
            </a:spcBef>
            <a:spcAft>
              <a:spcPct val="15000"/>
            </a:spcAft>
            <a:buFont typeface="Arial" panose="020B0604020202020204" pitchFamily="34" charset="0"/>
            <a:buChar char="•"/>
          </a:pPr>
          <a:r>
            <a:rPr lang="en-US" sz="1900" b="0" kern="1200" dirty="0"/>
            <a:t>Indicates class imbalance + feature similarity issues</a:t>
          </a:r>
        </a:p>
      </dsp:txBody>
      <dsp:txXfrm>
        <a:off x="5666612" y="938423"/>
        <a:ext cx="2484239" cy="3859469"/>
      </dsp:txXfrm>
    </dsp:sp>
  </dsp:spTree>
</dsp:drawing>
</file>

<file path=ppt/diagrams/layout1.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2.xml><?xml version="1.0" encoding="utf-8"?>
<dgm:layoutDef xmlns:dgm="http://schemas.openxmlformats.org/drawingml/2006/diagram" xmlns:a="http://schemas.openxmlformats.org/drawingml/2006/main" uniqueId="urn:microsoft.com/office/officeart/2005/8/layout/bProcess3">
  <dgm:title val=""/>
  <dgm:desc val=""/>
  <dgm:catLst>
    <dgm:cat type="process" pri="18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7" srcId="0" destId="1" srcOrd="0" destOrd="0"/>
        <dgm:cxn modelId="8" srcId="0" destId="2" srcOrd="1" destOrd="0"/>
        <dgm:cxn modelId="9" srcId="0" destId="3" srcOrd="2" destOrd="0"/>
        <dgm:cxn modelId="10" srcId="0" destId="4" srcOrd="3" destOrd="0"/>
        <dgm:cxn modelId="11"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axis="self" func="var" arg="dir" op="equ" val="norm">
        <dgm:alg type="snake">
          <dgm:param type="grDir" val="tL"/>
          <dgm:param type="flowDir" val="row"/>
          <dgm:param type="contDir" val="sameDir"/>
          <dgm:param type="bkpt" val="endCnv"/>
        </dgm:alg>
      </dgm:if>
      <dgm:else name="Name3">
        <dgm:alg type="snake">
          <dgm:param type="grDir" val="tR"/>
          <dgm:param type="flowDir" val="row"/>
          <dgm:param type="contDir" val="sameDir"/>
          <dgm:param type="bkpt" val="endCnv"/>
        </dgm:alg>
      </dgm:else>
    </dgm:choose>
    <dgm:shape xmlns:r="http://schemas.openxmlformats.org/officeDocument/2006/relationships" r:blip="">
      <dgm:adjLst/>
    </dgm:shape>
    <dgm:presOf/>
    <dgm:constrLst>
      <dgm:constr type="w" for="ch" ptType="node" refType="w"/>
      <dgm:constr type="w" for="ch" forName="sibTrans" refType="w" refFor="ch" refPtType="node" op="equ" fact="0.23"/>
      <dgm:constr type="sp" refType="w" refFor="ch" refForName="sibTrans" op="equ"/>
      <dgm:constr type="userB" for="des" forName="connectorText" refType="sp"/>
      <dgm:constr type="primFontSz" for="ch" ptType="node" op="equ" val="65"/>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ect" r:blip="">
          <dgm:adjLst/>
        </dgm:shape>
        <dgm:presOf axis="desOrSelf" ptType="node"/>
        <dgm:constrLst>
          <dgm:constr type="h" refType="w" fact="0.6"/>
        </dgm:constrLst>
        <dgm:ruleLst>
          <dgm:rule type="primFontSz" val="5" fact="NaN" max="NaN"/>
        </dgm:ruleLst>
      </dgm:layoutNode>
      <dgm:forEach name="sibTransForEach" axis="followSib" ptType="sibTrans" cnt="1">
        <dgm:layoutNode name="sibTrans">
          <dgm:choose name="Name4">
            <dgm:if name="Name5" axis="self" func="var" arg="dir" op="equ" val="norm">
              <dgm:alg type="conn">
                <dgm:param type="connRout" val="bend"/>
                <dgm:param type="dim" val="1D"/>
                <dgm:param type="begPts" val="midR bCtr"/>
                <dgm:param type="endPts" val="midL tCtr"/>
              </dgm:alg>
            </dgm:if>
            <dgm:else name="Name6">
              <dgm:alg type="conn">
                <dgm:param type="connRout" val="bend"/>
                <dgm:param type="dim" val="1D"/>
                <dgm:param type="begPts" val="midL bCtr"/>
                <dgm:param type="endPts" val="midR tCtr"/>
              </dgm:alg>
            </dgm:else>
          </dgm:choose>
          <dgm:shape xmlns:r="http://schemas.openxmlformats.org/officeDocument/2006/relationships" type="conn" r:blip="" zOrderOff="-2">
            <dgm:adjLst/>
          </dgm:shape>
          <dgm:presOf axis="self"/>
          <dgm:constrLst>
            <dgm:constr type="begPad" val="-0.05"/>
            <dgm:constr type="endPad" val="0.9"/>
            <dgm:constr type="userA" for="ch" refType="connDist"/>
          </dgm:constrLst>
          <dgm:ruleLst/>
          <dgm:layoutNode name="connectorText">
            <dgm:alg type="tx">
              <dgm:param type="autoTxRot" val="upr"/>
            </dgm:alg>
            <dgm:shape xmlns:r="http://schemas.openxmlformats.org/officeDocument/2006/relationships" type="rect" r:blip="" hideGeom="1">
              <dgm:adjLst/>
            </dgm:shape>
            <dgm:presOf axis="self"/>
            <dgm:constrLst>
              <dgm:constr type="userA"/>
              <dgm:constr type="userB"/>
              <dgm:constr type="w" refType="userA" fact="0.05"/>
              <dgm:constr type="h" refType="userB" fact="0.01"/>
              <dgm:constr type="lMarg" val="1"/>
              <dgm:constr type="rMarg" val="1"/>
              <dgm:constr type="tMarg"/>
              <dgm:constr type="bMarg"/>
            </dgm:constrLst>
            <dgm:ruleLst>
              <dgm:rule type="w" val="NaN" fact="0.6" max="NaN"/>
              <dgm:rule type="h" val="NaN" fact="0.6" max="NaN"/>
              <dgm:rule type="primFontSz" val="5" fact="NaN" max="NaN"/>
            </dgm:ruleLst>
          </dgm:layoutNode>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C17AAE40-EC51-40B7-BEE9-A309CD065EBB}" type="datetimeFigureOut">
              <a:rPr lang="en-US" smtClean="0"/>
              <a:pPr/>
              <a:t>4/30/2026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61965386-9BEA-4027-A533-701655781E70}" type="slidenum">
              <a:rPr lang="en-US" smtClean="0"/>
              <a:pPr/>
              <a:t>‹#›</a:t>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solidFill>
          <a:schemeClr val="tx1"/>
        </a:solidFill>
        <a:effectLst/>
      </p:bgPr>
    </p:bg>
    <p:spTree>
      <p:nvGrpSpPr>
        <p:cNvPr id="1" name=""/>
        <p:cNvGrpSpPr/>
        <p:nvPr/>
      </p:nvGrpSpPr>
      <p:grpSpPr>
        <a:xfrm>
          <a:off x="0" y="0"/>
          <a:ext cx="0" cy="0"/>
          <a:chOff x="0" y="0"/>
          <a:chExt cx="0" cy="0"/>
        </a:xfrm>
      </p:grpSpPr>
      <p:sp>
        <p:nvSpPr>
          <p:cNvPr id="7" name="Rectangle 6"/>
          <p:cNvSpPr/>
          <p:nvPr/>
        </p:nvSpPr>
        <p:spPr bwMode="white">
          <a:xfrm>
            <a:off x="0" y="5971032"/>
            <a:ext cx="9144000" cy="886968"/>
          </a:xfrm>
          <a:prstGeom prst="rect">
            <a:avLst/>
          </a:prstGeom>
          <a:solidFill>
            <a:srgbClr val="FFFFFF"/>
          </a:solidFill>
          <a:ln w="50800" cap="rnd" cmpd="dbl"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10" name="Rectangle 9"/>
          <p:cNvSpPr/>
          <p:nvPr/>
        </p:nvSpPr>
        <p:spPr>
          <a:xfrm>
            <a:off x="-9144" y="6053328"/>
            <a:ext cx="2249424" cy="713232"/>
          </a:xfrm>
          <a:prstGeom prst="rect">
            <a:avLst/>
          </a:prstGeom>
          <a:solidFill>
            <a:schemeClr val="accent2">
              <a:alpha val="100000"/>
            </a:schemeClr>
          </a:solidFill>
          <a:ln w="50800" cap="rnd" cmpd="dbl"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11" name="Rectangle 10"/>
          <p:cNvSpPr/>
          <p:nvPr/>
        </p:nvSpPr>
        <p:spPr>
          <a:xfrm>
            <a:off x="2359152" y="6044184"/>
            <a:ext cx="6784848" cy="713232"/>
          </a:xfrm>
          <a:prstGeom prst="rect">
            <a:avLst/>
          </a:prstGeom>
          <a:solidFill>
            <a:schemeClr val="accent1">
              <a:alpha val="100000"/>
            </a:schemeClr>
          </a:solidFill>
          <a:ln w="50800" cap="rnd" cmpd="dbl"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8" name="Title 7"/>
          <p:cNvSpPr>
            <a:spLocks noGrp="1"/>
          </p:cNvSpPr>
          <p:nvPr>
            <p:ph type="ctrTitle"/>
          </p:nvPr>
        </p:nvSpPr>
        <p:spPr>
          <a:xfrm>
            <a:off x="2362200" y="4038600"/>
            <a:ext cx="6477000" cy="1828800"/>
          </a:xfrm>
        </p:spPr>
        <p:txBody>
          <a:bodyPr anchor="b"/>
          <a:lstStyle>
            <a:lvl1pPr>
              <a:defRPr cap="all" baseline="0">
                <a:solidFill>
                  <a:schemeClr val="bg1"/>
                </a:solidFill>
              </a:defRPr>
            </a:lvl1pPr>
          </a:lstStyle>
          <a:p>
            <a:r>
              <a:rPr kumimoji="0" lang="en-US" dirty="0"/>
              <a:t>Click to edit Master title style</a:t>
            </a:r>
          </a:p>
        </p:txBody>
      </p:sp>
      <p:sp>
        <p:nvSpPr>
          <p:cNvPr id="9" name="Subtitle 8"/>
          <p:cNvSpPr>
            <a:spLocks noGrp="1"/>
          </p:cNvSpPr>
          <p:nvPr>
            <p:ph type="subTitle" idx="1"/>
          </p:nvPr>
        </p:nvSpPr>
        <p:spPr>
          <a:xfrm>
            <a:off x="2362200" y="6050037"/>
            <a:ext cx="6705600" cy="685800"/>
          </a:xfrm>
        </p:spPr>
        <p:txBody>
          <a:bodyPr anchor="ctr">
            <a:normAutofit/>
          </a:bodyPr>
          <a:lstStyle>
            <a:lvl1pPr marL="0" indent="0" algn="l">
              <a:buNone/>
              <a:defRPr sz="2600">
                <a:solidFill>
                  <a:srgbClr val="FFFFFF"/>
                </a:solidFill>
              </a:defRPr>
            </a:lvl1pPr>
            <a:lvl2pPr marL="457200" indent="0" algn="ctr">
              <a:buNone/>
            </a:lvl2pPr>
            <a:lvl3pPr marL="914400" indent="0" algn="ctr">
              <a:buNone/>
            </a:lvl3pPr>
            <a:lvl4pPr marL="1371600" indent="0" algn="ctr">
              <a:buNone/>
            </a:lvl4pPr>
            <a:lvl5pPr marL="1828800" indent="0" algn="ctr">
              <a:buNone/>
            </a:lvl5pPr>
            <a:lvl6pPr marL="2286000" indent="0" algn="ctr">
              <a:buNone/>
            </a:lvl6pPr>
            <a:lvl7pPr marL="2743200" indent="0" algn="ctr">
              <a:buNone/>
            </a:lvl7pPr>
            <a:lvl8pPr marL="3200400" indent="0" algn="ctr">
              <a:buNone/>
            </a:lvl8pPr>
            <a:lvl9pPr marL="3657600" indent="0" algn="ctr">
              <a:buNone/>
            </a:lvl9pPr>
          </a:lstStyle>
          <a:p>
            <a:r>
              <a:rPr kumimoji="0" lang="en-US"/>
              <a:t>Click to edit Master subtitle style</a:t>
            </a:r>
          </a:p>
        </p:txBody>
      </p:sp>
      <p:sp>
        <p:nvSpPr>
          <p:cNvPr id="28" name="Date Placeholder 27"/>
          <p:cNvSpPr>
            <a:spLocks noGrp="1"/>
          </p:cNvSpPr>
          <p:nvPr>
            <p:ph type="dt" sz="half" idx="10"/>
          </p:nvPr>
        </p:nvSpPr>
        <p:spPr>
          <a:xfrm>
            <a:off x="76200" y="6068699"/>
            <a:ext cx="2057400" cy="685800"/>
          </a:xfrm>
        </p:spPr>
        <p:txBody>
          <a:bodyPr>
            <a:noAutofit/>
          </a:bodyPr>
          <a:lstStyle>
            <a:lvl1pPr algn="ctr">
              <a:defRPr sz="2000">
                <a:solidFill>
                  <a:srgbClr val="FFFFFF"/>
                </a:solidFill>
              </a:defRPr>
            </a:lvl1pPr>
          </a:lstStyle>
          <a:p>
            <a:fld id="{1B05FC8C-5F84-40FC-9DB3-36FAAD4852D4}" type="datetime1">
              <a:rPr lang="en-US" smtClean="0"/>
              <a:pPr/>
              <a:t>4/30/2026</a:t>
            </a:fld>
            <a:endParaRPr lang="en-US"/>
          </a:p>
        </p:txBody>
      </p:sp>
      <p:sp>
        <p:nvSpPr>
          <p:cNvPr id="17" name="Footer Placeholder 16"/>
          <p:cNvSpPr>
            <a:spLocks noGrp="1"/>
          </p:cNvSpPr>
          <p:nvPr>
            <p:ph type="ftr" sz="quarter" idx="11"/>
          </p:nvPr>
        </p:nvSpPr>
        <p:spPr>
          <a:xfrm>
            <a:off x="2085393" y="236538"/>
            <a:ext cx="5867400" cy="365125"/>
          </a:xfrm>
        </p:spPr>
        <p:txBody>
          <a:bodyPr/>
          <a:lstStyle>
            <a:lvl1pPr algn="r">
              <a:defRPr>
                <a:solidFill>
                  <a:schemeClr val="tx2"/>
                </a:solidFill>
              </a:defRPr>
            </a:lvl1pPr>
          </a:lstStyle>
          <a:p>
            <a:endParaRPr lang="en-US"/>
          </a:p>
        </p:txBody>
      </p:sp>
      <p:sp>
        <p:nvSpPr>
          <p:cNvPr id="29" name="Slide Number Placeholder 28"/>
          <p:cNvSpPr>
            <a:spLocks noGrp="1"/>
          </p:cNvSpPr>
          <p:nvPr>
            <p:ph type="sldNum" sz="quarter" idx="12"/>
          </p:nvPr>
        </p:nvSpPr>
        <p:spPr>
          <a:xfrm>
            <a:off x="8001000" y="228600"/>
            <a:ext cx="838200" cy="381000"/>
          </a:xfrm>
        </p:spPr>
        <p:txBody>
          <a:bodyPr/>
          <a:lstStyle>
            <a:lvl1pPr>
              <a:defRPr>
                <a:solidFill>
                  <a:schemeClr val="tx2"/>
                </a:solidFill>
              </a:defRPr>
            </a:lvl1pPr>
          </a:lstStyle>
          <a:p>
            <a:fld id="{B6F15528-21DE-4FAA-801E-634DDDAF4B2B}" type="slidenum">
              <a:rPr lang="en-US" smtClean="0"/>
              <a:pPr/>
              <a:t>‹#›</a:t>
            </a:fld>
            <a:endParaRPr lang="en-US"/>
          </a:p>
        </p:txBody>
      </p:sp>
    </p:spTree>
  </p:cSld>
  <p:clrMapOvr>
    <a:overrideClrMapping bg1="dk1" tx1="lt1" bg2="dk2" tx2="lt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612648" y="228600"/>
            <a:ext cx="8153400" cy="990600"/>
          </a:xfrm>
        </p:spPr>
        <p:txBody>
          <a:bodyPr/>
          <a:lstStyle>
            <a:lvl1pPr>
              <a:defRPr>
                <a:solidFill>
                  <a:schemeClr val="tx1"/>
                </a:solidFill>
              </a:defRPr>
            </a:lvl1pPr>
          </a:lstStyle>
          <a:p>
            <a:r>
              <a:rPr kumimoji="0" lang="en-US"/>
              <a:t>Click to edit Master title style</a:t>
            </a:r>
          </a:p>
        </p:txBody>
      </p:sp>
      <p:sp>
        <p:nvSpPr>
          <p:cNvPr id="4" name="Date Placeholder 3"/>
          <p:cNvSpPr>
            <a:spLocks noGrp="1"/>
          </p:cNvSpPr>
          <p:nvPr>
            <p:ph type="dt" sz="half" idx="10"/>
          </p:nvPr>
        </p:nvSpPr>
        <p:spPr/>
        <p:txBody>
          <a:bodyPr/>
          <a:lstStyle/>
          <a:p>
            <a:fld id="{D19D3B58-94F3-49B3-A594-72F91CE4F73B}" type="datetime1">
              <a:rPr lang="en-US" smtClean="0"/>
              <a:pPr/>
              <a:t>4/30/2026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lvl1pPr>
              <a:defRPr>
                <a:solidFill>
                  <a:srgbClr val="FFFFFF"/>
                </a:solidFill>
              </a:defRPr>
            </a:lvl1pPr>
          </a:lstStyle>
          <a:p>
            <a:fld id="{B6F15528-21DE-4FAA-801E-634DDDAF4B2B}" type="slidenum">
              <a:rPr lang="en-US" smtClean="0"/>
              <a:pPr/>
              <a:t>‹#›</a:t>
            </a:fld>
            <a:endParaRPr lang="en-US"/>
          </a:p>
        </p:txBody>
      </p:sp>
      <p:sp>
        <p:nvSpPr>
          <p:cNvPr id="8" name="Content Placeholder 7"/>
          <p:cNvSpPr>
            <a:spLocks noGrp="1"/>
          </p:cNvSpPr>
          <p:nvPr>
            <p:ph sz="quarter" idx="1"/>
          </p:nvPr>
        </p:nvSpPr>
        <p:spPr>
          <a:xfrm>
            <a:off x="612648" y="1600200"/>
            <a:ext cx="8153400" cy="44958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Ref idx="1003">
        <a:schemeClr val="bg1"/>
      </p:bgRef>
    </p:bg>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1371600" y="2743200"/>
            <a:ext cx="7123113" cy="1673225"/>
          </a:xfrm>
        </p:spPr>
        <p:txBody>
          <a:bodyPr anchor="t"/>
          <a:lstStyle>
            <a:lvl1pPr marL="0" indent="0">
              <a:buNone/>
              <a:defRPr sz="2800">
                <a:solidFill>
                  <a:schemeClr val="tx2"/>
                </a:solidFill>
              </a:defRPr>
            </a:lvl1pPr>
            <a:lvl2pPr>
              <a:buNone/>
              <a:defRPr sz="1800">
                <a:solidFill>
                  <a:schemeClr val="tx1">
                    <a:tint val="75000"/>
                  </a:schemeClr>
                </a:solidFill>
              </a:defRPr>
            </a:lvl2pPr>
            <a:lvl3pPr>
              <a:buNone/>
              <a:defRPr sz="1600">
                <a:solidFill>
                  <a:schemeClr val="tx1">
                    <a:tint val="75000"/>
                  </a:schemeClr>
                </a:solidFill>
              </a:defRPr>
            </a:lvl3pPr>
            <a:lvl4pPr>
              <a:buNone/>
              <a:defRPr sz="1400">
                <a:solidFill>
                  <a:schemeClr val="tx1">
                    <a:tint val="75000"/>
                  </a:schemeClr>
                </a:solidFill>
              </a:defRPr>
            </a:lvl4pPr>
            <a:lvl5pPr>
              <a:buNone/>
              <a:defRPr sz="1400">
                <a:solidFill>
                  <a:schemeClr val="tx1">
                    <a:tint val="75000"/>
                  </a:schemeClr>
                </a:solidFill>
              </a:defRPr>
            </a:lvl5pPr>
          </a:lstStyle>
          <a:p>
            <a:pPr lvl="0" eaLnBrk="1" latinLnBrk="0" hangingPunct="1"/>
            <a:r>
              <a:rPr kumimoji="0" lang="en-US"/>
              <a:t>Click to edit Master text styles</a:t>
            </a:r>
          </a:p>
        </p:txBody>
      </p:sp>
      <p:sp>
        <p:nvSpPr>
          <p:cNvPr id="7" name="Rectangle 6"/>
          <p:cNvSpPr/>
          <p:nvPr/>
        </p:nvSpPr>
        <p:spPr bwMode="white">
          <a:xfrm>
            <a:off x="0" y="1524000"/>
            <a:ext cx="9144000" cy="1143000"/>
          </a:xfrm>
          <a:prstGeom prst="rect">
            <a:avLst/>
          </a:prstGeom>
          <a:solidFill>
            <a:srgbClr val="FFFFFF"/>
          </a:solidFill>
          <a:ln w="50800" cap="rnd" cmpd="dbl"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8" name="Rectangle 7"/>
          <p:cNvSpPr/>
          <p:nvPr/>
        </p:nvSpPr>
        <p:spPr>
          <a:xfrm>
            <a:off x="0" y="1600200"/>
            <a:ext cx="1295400" cy="990600"/>
          </a:xfrm>
          <a:prstGeom prst="rect">
            <a:avLst/>
          </a:prstGeom>
          <a:solidFill>
            <a:schemeClr val="accent2">
              <a:alpha val="100000"/>
            </a:schemeClr>
          </a:solidFill>
          <a:ln w="50800" cap="rnd" cmpd="dbl"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9" name="Rectangle 8"/>
          <p:cNvSpPr/>
          <p:nvPr/>
        </p:nvSpPr>
        <p:spPr>
          <a:xfrm>
            <a:off x="1371600" y="1600200"/>
            <a:ext cx="7772400" cy="990600"/>
          </a:xfrm>
          <a:prstGeom prst="rect">
            <a:avLst/>
          </a:prstGeom>
          <a:solidFill>
            <a:schemeClr val="accent1">
              <a:alpha val="100000"/>
            </a:schemeClr>
          </a:solidFill>
          <a:ln w="50800" cap="rnd" cmpd="dbl"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2" name="Title 1"/>
          <p:cNvSpPr>
            <a:spLocks noGrp="1"/>
          </p:cNvSpPr>
          <p:nvPr>
            <p:ph type="title"/>
          </p:nvPr>
        </p:nvSpPr>
        <p:spPr>
          <a:xfrm>
            <a:off x="1371600" y="1600200"/>
            <a:ext cx="7620000" cy="990600"/>
          </a:xfrm>
        </p:spPr>
        <p:txBody>
          <a:bodyPr/>
          <a:lstStyle>
            <a:lvl1pPr algn="l">
              <a:buNone/>
              <a:defRPr sz="4400" b="0" cap="none">
                <a:solidFill>
                  <a:srgbClr val="FFFFFF"/>
                </a:solidFill>
              </a:defRPr>
            </a:lvl1pPr>
          </a:lstStyle>
          <a:p>
            <a:r>
              <a:rPr kumimoji="0" lang="en-US"/>
              <a:t>Click to edit Master title style</a:t>
            </a:r>
          </a:p>
        </p:txBody>
      </p:sp>
      <p:sp>
        <p:nvSpPr>
          <p:cNvPr id="12" name="Date Placeholder 11"/>
          <p:cNvSpPr>
            <a:spLocks noGrp="1"/>
          </p:cNvSpPr>
          <p:nvPr>
            <p:ph type="dt" sz="half" idx="10"/>
          </p:nvPr>
        </p:nvSpPr>
        <p:spPr/>
        <p:txBody>
          <a:bodyPr/>
          <a:lstStyle/>
          <a:p>
            <a:fld id="{048A83B2-5A21-40A6-8CC9-AECD50B431A2}" type="datetime1">
              <a:rPr lang="en-US" smtClean="0"/>
              <a:pPr/>
              <a:t>4/30/2026</a:t>
            </a:fld>
            <a:endParaRPr lang="en-US"/>
          </a:p>
        </p:txBody>
      </p:sp>
      <p:sp>
        <p:nvSpPr>
          <p:cNvPr id="13" name="Slide Number Placeholder 12"/>
          <p:cNvSpPr>
            <a:spLocks noGrp="1"/>
          </p:cNvSpPr>
          <p:nvPr>
            <p:ph type="sldNum" sz="quarter" idx="11"/>
          </p:nvPr>
        </p:nvSpPr>
        <p:spPr>
          <a:xfrm>
            <a:off x="0" y="1752600"/>
            <a:ext cx="1295400" cy="701676"/>
          </a:xfrm>
        </p:spPr>
        <p:txBody>
          <a:bodyPr>
            <a:noAutofit/>
          </a:bodyPr>
          <a:lstStyle>
            <a:lvl1pPr>
              <a:defRPr sz="2400">
                <a:solidFill>
                  <a:srgbClr val="FFFFFF"/>
                </a:solidFill>
              </a:defRPr>
            </a:lvl1pPr>
          </a:lstStyle>
          <a:p>
            <a:fld id="{B6F15528-21DE-4FAA-801E-634DDDAF4B2B}" type="slidenum">
              <a:rPr lang="en-US" smtClean="0"/>
              <a:pPr/>
              <a:t>‹#›</a:t>
            </a:fld>
            <a:endParaRPr lang="en-US"/>
          </a:p>
        </p:txBody>
      </p:sp>
      <p:sp>
        <p:nvSpPr>
          <p:cNvPr id="14" name="Footer Placeholder 13"/>
          <p:cNvSpPr>
            <a:spLocks noGrp="1"/>
          </p:cNvSpPr>
          <p:nvPr>
            <p:ph type="ftr" sz="quarter" idx="12"/>
          </p:nvPr>
        </p:nvSpPr>
        <p:spPr/>
        <p:txBody>
          <a:bodyPr/>
          <a:lstStyle/>
          <a:p>
            <a:endParaRPr lang="en-US"/>
          </a:p>
        </p:txBody>
      </p:sp>
    </p:spTree>
  </p:cSld>
  <p:clrMapOvr>
    <a:overrideClrMapping bg1="lt1" tx1="dk1" bg2="lt2" tx2="dk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9" name="Content Placeholder 8"/>
          <p:cNvSpPr>
            <a:spLocks noGrp="1"/>
          </p:cNvSpPr>
          <p:nvPr>
            <p:ph sz="quarter" idx="1"/>
          </p:nvPr>
        </p:nvSpPr>
        <p:spPr>
          <a:xfrm>
            <a:off x="609600" y="1589567"/>
            <a:ext cx="3886200" cy="45720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11" name="Content Placeholder 10"/>
          <p:cNvSpPr>
            <a:spLocks noGrp="1"/>
          </p:cNvSpPr>
          <p:nvPr>
            <p:ph sz="quarter" idx="2"/>
          </p:nvPr>
        </p:nvSpPr>
        <p:spPr>
          <a:xfrm>
            <a:off x="4844901" y="1589567"/>
            <a:ext cx="3886200" cy="45720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8" name="Date Placeholder 7"/>
          <p:cNvSpPr>
            <a:spLocks noGrp="1"/>
          </p:cNvSpPr>
          <p:nvPr>
            <p:ph type="dt" sz="half" idx="15"/>
          </p:nvPr>
        </p:nvSpPr>
        <p:spPr/>
        <p:txBody>
          <a:bodyPr rtlCol="0"/>
          <a:lstStyle/>
          <a:p>
            <a:fld id="{C894BB91-8EDE-443C-934F-82BCDBE84739}" type="datetime1">
              <a:rPr lang="en-US" smtClean="0"/>
              <a:pPr/>
              <a:t>4/30/2026</a:t>
            </a:fld>
            <a:endParaRPr lang="en-US"/>
          </a:p>
        </p:txBody>
      </p:sp>
      <p:sp>
        <p:nvSpPr>
          <p:cNvPr id="10" name="Slide Number Placeholder 9"/>
          <p:cNvSpPr>
            <a:spLocks noGrp="1"/>
          </p:cNvSpPr>
          <p:nvPr>
            <p:ph type="sldNum" sz="quarter" idx="16"/>
          </p:nvPr>
        </p:nvSpPr>
        <p:spPr/>
        <p:txBody>
          <a:bodyPr rtlCol="0"/>
          <a:lstStyle/>
          <a:p>
            <a:fld id="{B6F15528-21DE-4FAA-801E-634DDDAF4B2B}" type="slidenum">
              <a:rPr lang="en-US" smtClean="0"/>
              <a:pPr/>
              <a:t>‹#›</a:t>
            </a:fld>
            <a:endParaRPr lang="en-US"/>
          </a:p>
        </p:txBody>
      </p:sp>
      <p:sp>
        <p:nvSpPr>
          <p:cNvPr id="12" name="Footer Placeholder 11"/>
          <p:cNvSpPr>
            <a:spLocks noGrp="1"/>
          </p:cNvSpPr>
          <p:nvPr>
            <p:ph type="ftr" sz="quarter" idx="17"/>
          </p:nvPr>
        </p:nvSpPr>
        <p:spPr/>
        <p:txBody>
          <a:bodyPr rtlCol="0"/>
          <a:lstStyle/>
          <a:p>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533400" y="273050"/>
            <a:ext cx="8153400" cy="869950"/>
          </a:xfrm>
        </p:spPr>
        <p:txBody>
          <a:bodyPr anchor="ctr"/>
          <a:lstStyle>
            <a:lvl1pPr>
              <a:defRPr/>
            </a:lvl1pPr>
          </a:lstStyle>
          <a:p>
            <a:r>
              <a:rPr kumimoji="0" lang="en-US"/>
              <a:t>Click to edit Master title style</a:t>
            </a:r>
          </a:p>
        </p:txBody>
      </p:sp>
      <p:sp>
        <p:nvSpPr>
          <p:cNvPr id="11" name="Content Placeholder 10"/>
          <p:cNvSpPr>
            <a:spLocks noGrp="1"/>
          </p:cNvSpPr>
          <p:nvPr>
            <p:ph sz="quarter" idx="2"/>
          </p:nvPr>
        </p:nvSpPr>
        <p:spPr>
          <a:xfrm>
            <a:off x="609600" y="2438400"/>
            <a:ext cx="3886200" cy="35814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13" name="Content Placeholder 12"/>
          <p:cNvSpPr>
            <a:spLocks noGrp="1"/>
          </p:cNvSpPr>
          <p:nvPr>
            <p:ph sz="quarter" idx="4"/>
          </p:nvPr>
        </p:nvSpPr>
        <p:spPr>
          <a:xfrm>
            <a:off x="4800600" y="2438400"/>
            <a:ext cx="3886200" cy="35814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10" name="Date Placeholder 9"/>
          <p:cNvSpPr>
            <a:spLocks noGrp="1"/>
          </p:cNvSpPr>
          <p:nvPr>
            <p:ph type="dt" sz="half" idx="15"/>
          </p:nvPr>
        </p:nvSpPr>
        <p:spPr/>
        <p:txBody>
          <a:bodyPr rtlCol="0"/>
          <a:lstStyle/>
          <a:p>
            <a:fld id="{0402FC8E-0AD3-46CC-B4A8-9E21B2D784F3}" type="datetime1">
              <a:rPr lang="en-US" smtClean="0"/>
              <a:pPr/>
              <a:t>4/30/2026</a:t>
            </a:fld>
            <a:endParaRPr lang="en-US"/>
          </a:p>
        </p:txBody>
      </p:sp>
      <p:sp>
        <p:nvSpPr>
          <p:cNvPr id="12" name="Slide Number Placeholder 11"/>
          <p:cNvSpPr>
            <a:spLocks noGrp="1"/>
          </p:cNvSpPr>
          <p:nvPr>
            <p:ph type="sldNum" sz="quarter" idx="16"/>
          </p:nvPr>
        </p:nvSpPr>
        <p:spPr/>
        <p:txBody>
          <a:bodyPr rtlCol="0"/>
          <a:lstStyle/>
          <a:p>
            <a:fld id="{B6F15528-21DE-4FAA-801E-634DDDAF4B2B}" type="slidenum">
              <a:rPr lang="en-US" smtClean="0"/>
              <a:pPr/>
              <a:t>‹#›</a:t>
            </a:fld>
            <a:endParaRPr lang="en-US"/>
          </a:p>
        </p:txBody>
      </p:sp>
      <p:sp>
        <p:nvSpPr>
          <p:cNvPr id="14" name="Footer Placeholder 13"/>
          <p:cNvSpPr>
            <a:spLocks noGrp="1"/>
          </p:cNvSpPr>
          <p:nvPr>
            <p:ph type="ftr" sz="quarter" idx="17"/>
          </p:nvPr>
        </p:nvSpPr>
        <p:spPr/>
        <p:txBody>
          <a:bodyPr rtlCol="0"/>
          <a:lstStyle/>
          <a:p>
            <a:endParaRPr lang="en-US"/>
          </a:p>
        </p:txBody>
      </p:sp>
      <p:sp>
        <p:nvSpPr>
          <p:cNvPr id="16" name="Text Placeholder 15"/>
          <p:cNvSpPr>
            <a:spLocks noGrp="1"/>
          </p:cNvSpPr>
          <p:nvPr>
            <p:ph type="body" sz="quarter" idx="1"/>
          </p:nvPr>
        </p:nvSpPr>
        <p:spPr>
          <a:xfrm>
            <a:off x="609600" y="1752600"/>
            <a:ext cx="3886200" cy="640080"/>
          </a:xfrm>
          <a:solidFill>
            <a:schemeClr val="accent2"/>
          </a:solidFill>
        </p:spPr>
        <p:txBody>
          <a:bodyPr rtlCol="0" anchor="ctr"/>
          <a:lstStyle>
            <a:lvl1pPr marL="0" indent="0">
              <a:buFontTx/>
              <a:buNone/>
              <a:defRPr sz="2000" b="1">
                <a:solidFill>
                  <a:srgbClr val="FFFFFF"/>
                </a:solidFill>
              </a:defRPr>
            </a:lvl1pPr>
          </a:lstStyle>
          <a:p>
            <a:pPr lvl="0" eaLnBrk="1" latinLnBrk="0" hangingPunct="1"/>
            <a:r>
              <a:rPr kumimoji="0" lang="en-US"/>
              <a:t>Click to edit Master text styles</a:t>
            </a:r>
          </a:p>
        </p:txBody>
      </p:sp>
      <p:sp>
        <p:nvSpPr>
          <p:cNvPr id="15" name="Text Placeholder 14"/>
          <p:cNvSpPr>
            <a:spLocks noGrp="1"/>
          </p:cNvSpPr>
          <p:nvPr>
            <p:ph type="body" sz="quarter" idx="3"/>
          </p:nvPr>
        </p:nvSpPr>
        <p:spPr>
          <a:xfrm>
            <a:off x="4800600" y="1752600"/>
            <a:ext cx="3886200" cy="640080"/>
          </a:xfrm>
          <a:solidFill>
            <a:schemeClr val="accent4"/>
          </a:solidFill>
        </p:spPr>
        <p:txBody>
          <a:bodyPr rtlCol="0" anchor="ctr"/>
          <a:lstStyle>
            <a:lvl1pPr marL="0" indent="0">
              <a:buFontTx/>
              <a:buNone/>
              <a:defRPr sz="2000" b="1">
                <a:solidFill>
                  <a:srgbClr val="FFFFFF"/>
                </a:solidFill>
              </a:defRPr>
            </a:lvl1pPr>
          </a:lstStyle>
          <a:p>
            <a:pPr lvl="0" eaLnBrk="1" latinLnBrk="0" hangingPunct="1"/>
            <a:r>
              <a:rPr kumimoji="0" lang="en-US"/>
              <a:t>Click to edit Master text styles</a:t>
            </a: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3" name="Date Placeholder 2"/>
          <p:cNvSpPr>
            <a:spLocks noGrp="1"/>
          </p:cNvSpPr>
          <p:nvPr>
            <p:ph type="dt" sz="half" idx="10"/>
          </p:nvPr>
        </p:nvSpPr>
        <p:spPr/>
        <p:txBody>
          <a:bodyPr/>
          <a:lstStyle/>
          <a:p>
            <a:fld id="{38ED778E-50AD-4331-9E18-57BE71B7F4DA}" type="datetime1">
              <a:rPr lang="en-US" smtClean="0"/>
              <a:pPr/>
              <a:t>4/30/2026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lvl1pPr>
              <a:defRPr>
                <a:solidFill>
                  <a:srgbClr val="FFFFFF"/>
                </a:solidFill>
              </a:defRPr>
            </a:lvl1p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9D8AFDFE-A229-48E6-90CD-7598AE829545}" type="datetime1">
              <a:rPr lang="en-US" smtClean="0"/>
              <a:pPr/>
              <a:t>4/30/2026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a:xfrm>
            <a:off x="0" y="6248400"/>
            <a:ext cx="533400" cy="381000"/>
          </a:xfrm>
        </p:spPr>
        <p:txBody>
          <a:bodyPr/>
          <a:lstStyle>
            <a:lvl1pPr>
              <a:defRPr>
                <a:solidFill>
                  <a:schemeClr val="tx2"/>
                </a:solidFill>
              </a:defRPr>
            </a:lvl1p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0" y="273050"/>
            <a:ext cx="8077200" cy="869950"/>
          </a:xfrm>
        </p:spPr>
        <p:txBody>
          <a:bodyPr anchor="ctr"/>
          <a:lstStyle>
            <a:lvl1pPr algn="l">
              <a:buNone/>
              <a:defRPr sz="4400" b="0"/>
            </a:lvl1pPr>
          </a:lstStyle>
          <a:p>
            <a:r>
              <a:rPr kumimoji="0" lang="en-US"/>
              <a:t>Click to edit Master title style</a:t>
            </a:r>
          </a:p>
        </p:txBody>
      </p:sp>
      <p:sp>
        <p:nvSpPr>
          <p:cNvPr id="5" name="Date Placeholder 4"/>
          <p:cNvSpPr>
            <a:spLocks noGrp="1"/>
          </p:cNvSpPr>
          <p:nvPr>
            <p:ph type="dt" sz="half" idx="10"/>
          </p:nvPr>
        </p:nvSpPr>
        <p:spPr/>
        <p:txBody>
          <a:bodyPr/>
          <a:lstStyle/>
          <a:p>
            <a:fld id="{EEEAFCCE-38D0-4CB1-84AE-92A62C822E7F}" type="datetime1">
              <a:rPr lang="en-US" smtClean="0"/>
              <a:pPr/>
              <a:t>4/30/2026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lvl1pPr>
              <a:defRPr>
                <a:solidFill>
                  <a:srgbClr val="FFFFFF"/>
                </a:solidFill>
              </a:defRPr>
            </a:lvl1pPr>
          </a:lstStyle>
          <a:p>
            <a:fld id="{B6F15528-21DE-4FAA-801E-634DDDAF4B2B}" type="slidenum">
              <a:rPr lang="en-US" smtClean="0"/>
              <a:pPr/>
              <a:t>‹#›</a:t>
            </a:fld>
            <a:endParaRPr lang="en-US"/>
          </a:p>
        </p:txBody>
      </p:sp>
      <p:sp>
        <p:nvSpPr>
          <p:cNvPr id="3" name="Text Placeholder 2"/>
          <p:cNvSpPr>
            <a:spLocks noGrp="1"/>
          </p:cNvSpPr>
          <p:nvPr>
            <p:ph type="body" idx="2"/>
          </p:nvPr>
        </p:nvSpPr>
        <p:spPr>
          <a:xfrm>
            <a:off x="609600" y="1752600"/>
            <a:ext cx="1600200" cy="4343400"/>
          </a:xfrm>
          <a:ln w="50800" cap="sq" cmpd="dbl" algn="ctr">
            <a:solidFill>
              <a:schemeClr val="accent2"/>
            </a:solidFill>
            <a:prstDash val="solid"/>
            <a:miter lim="800000"/>
          </a:ln>
          <a:effectLst/>
        </p:spPr>
        <p:style>
          <a:lnRef idx="3">
            <a:schemeClr val="lt1"/>
          </a:lnRef>
          <a:fillRef idx="1">
            <a:schemeClr val="accent2"/>
          </a:fillRef>
          <a:effectRef idx="1">
            <a:schemeClr val="accent2"/>
          </a:effectRef>
          <a:fontRef idx="minor">
            <a:schemeClr val="lt1"/>
          </a:fontRef>
        </p:style>
        <p:txBody>
          <a:bodyPr lIns="137160" tIns="182880" rIns="137160" bIns="91440"/>
          <a:lstStyle>
            <a:lvl1pPr marL="0" indent="0">
              <a:spcAft>
                <a:spcPts val="1000"/>
              </a:spcAft>
              <a:buNone/>
              <a:defRPr sz="1800"/>
            </a:lvl1pPr>
            <a:lvl2pPr>
              <a:buNone/>
              <a:defRPr sz="1200"/>
            </a:lvl2pPr>
            <a:lvl3pPr>
              <a:buNone/>
              <a:defRPr sz="1000"/>
            </a:lvl3pPr>
            <a:lvl4pPr>
              <a:buNone/>
              <a:defRPr sz="900"/>
            </a:lvl4pPr>
            <a:lvl5pPr>
              <a:buNone/>
              <a:defRPr sz="900"/>
            </a:lvl5pPr>
          </a:lstStyle>
          <a:p>
            <a:pPr lvl="0" eaLnBrk="1" latinLnBrk="0" hangingPunct="1"/>
            <a:r>
              <a:rPr kumimoji="0" lang="en-US"/>
              <a:t>Click to edit Master text styles</a:t>
            </a:r>
          </a:p>
        </p:txBody>
      </p:sp>
      <p:sp>
        <p:nvSpPr>
          <p:cNvPr id="9" name="Content Placeholder 8"/>
          <p:cNvSpPr>
            <a:spLocks noGrp="1"/>
          </p:cNvSpPr>
          <p:nvPr>
            <p:ph sz="quarter" idx="1"/>
          </p:nvPr>
        </p:nvSpPr>
        <p:spPr>
          <a:xfrm>
            <a:off x="2362200" y="1752600"/>
            <a:ext cx="6400800" cy="44196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bg>
      <p:bgRef idx="1003">
        <a:schemeClr val="bg2"/>
      </p:bgRef>
    </p:bg>
    <p:spTree>
      <p:nvGrpSpPr>
        <p:cNvPr id="1" name=""/>
        <p:cNvGrpSpPr/>
        <p:nvPr/>
      </p:nvGrpSpPr>
      <p:grpSpPr>
        <a:xfrm>
          <a:off x="0" y="0"/>
          <a:ext cx="0" cy="0"/>
          <a:chOff x="0" y="0"/>
          <a:chExt cx="0" cy="0"/>
        </a:xfrm>
      </p:grpSpPr>
      <p:sp>
        <p:nvSpPr>
          <p:cNvPr id="4" name="Text Placeholder 3"/>
          <p:cNvSpPr>
            <a:spLocks noGrp="1"/>
          </p:cNvSpPr>
          <p:nvPr>
            <p:ph type="body" sz="half" idx="2"/>
          </p:nvPr>
        </p:nvSpPr>
        <p:spPr>
          <a:xfrm>
            <a:off x="1600200" y="5486400"/>
            <a:ext cx="7315200" cy="685800"/>
          </a:xfrm>
        </p:spPr>
        <p:txBody>
          <a:bodyPr/>
          <a:lstStyle>
            <a:lvl1pPr marL="0" indent="0">
              <a:buFontTx/>
              <a:buNone/>
              <a:defRPr sz="1700"/>
            </a:lvl1pPr>
            <a:lvl2pPr>
              <a:buFontTx/>
              <a:buNone/>
              <a:defRPr sz="1200"/>
            </a:lvl2pPr>
            <a:lvl3pPr>
              <a:buFontTx/>
              <a:buNone/>
              <a:defRPr sz="1000"/>
            </a:lvl3pPr>
            <a:lvl4pPr>
              <a:buFontTx/>
              <a:buNone/>
              <a:defRPr sz="900"/>
            </a:lvl4pPr>
            <a:lvl5pPr>
              <a:buFontTx/>
              <a:buNone/>
              <a:defRPr sz="900"/>
            </a:lvl5pPr>
          </a:lstStyle>
          <a:p>
            <a:pPr lvl="0" eaLnBrk="1" latinLnBrk="0" hangingPunct="1"/>
            <a:r>
              <a:rPr kumimoji="0" lang="en-US"/>
              <a:t>Click to edit Master text styles</a:t>
            </a:r>
          </a:p>
        </p:txBody>
      </p:sp>
      <p:sp>
        <p:nvSpPr>
          <p:cNvPr id="8" name="Rectangle 7"/>
          <p:cNvSpPr/>
          <p:nvPr/>
        </p:nvSpPr>
        <p:spPr bwMode="white">
          <a:xfrm>
            <a:off x="-9144" y="4572000"/>
            <a:ext cx="9144000" cy="886968"/>
          </a:xfrm>
          <a:prstGeom prst="rect">
            <a:avLst/>
          </a:prstGeom>
          <a:solidFill>
            <a:srgbClr val="FFFFFF"/>
          </a:solidFill>
          <a:ln w="50800" cap="rnd" cmpd="dbl"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9" name="Rectangle 8"/>
          <p:cNvSpPr/>
          <p:nvPr/>
        </p:nvSpPr>
        <p:spPr>
          <a:xfrm>
            <a:off x="-9144" y="4663440"/>
            <a:ext cx="1463040" cy="713232"/>
          </a:xfrm>
          <a:prstGeom prst="rect">
            <a:avLst/>
          </a:prstGeom>
          <a:solidFill>
            <a:schemeClr val="accent2">
              <a:alpha val="100000"/>
            </a:schemeClr>
          </a:solidFill>
          <a:ln w="50800" cap="rnd" cmpd="dbl"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10" name="Rectangle 9"/>
          <p:cNvSpPr/>
          <p:nvPr/>
        </p:nvSpPr>
        <p:spPr>
          <a:xfrm>
            <a:off x="1545336" y="4654296"/>
            <a:ext cx="7598664" cy="713232"/>
          </a:xfrm>
          <a:prstGeom prst="rect">
            <a:avLst/>
          </a:prstGeom>
          <a:solidFill>
            <a:schemeClr val="accent1">
              <a:alpha val="100000"/>
            </a:schemeClr>
          </a:solidFill>
          <a:ln w="50800" cap="rnd" cmpd="dbl"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2" name="Title 1"/>
          <p:cNvSpPr>
            <a:spLocks noGrp="1"/>
          </p:cNvSpPr>
          <p:nvPr>
            <p:ph type="title"/>
          </p:nvPr>
        </p:nvSpPr>
        <p:spPr>
          <a:xfrm>
            <a:off x="1600200" y="4648200"/>
            <a:ext cx="7315200" cy="685800"/>
          </a:xfrm>
        </p:spPr>
        <p:txBody>
          <a:bodyPr anchor="ctr"/>
          <a:lstStyle>
            <a:lvl1pPr algn="l">
              <a:buNone/>
              <a:defRPr sz="2800" b="0">
                <a:solidFill>
                  <a:srgbClr val="FFFFFF"/>
                </a:solidFill>
              </a:defRPr>
            </a:lvl1pPr>
          </a:lstStyle>
          <a:p>
            <a:r>
              <a:rPr kumimoji="0" lang="en-US"/>
              <a:t>Click to edit Master title style</a:t>
            </a:r>
          </a:p>
        </p:txBody>
      </p:sp>
      <p:sp>
        <p:nvSpPr>
          <p:cNvPr id="11" name="Rectangle 10"/>
          <p:cNvSpPr/>
          <p:nvPr/>
        </p:nvSpPr>
        <p:spPr bwMode="white">
          <a:xfrm>
            <a:off x="1447800" y="0"/>
            <a:ext cx="100584" cy="6867144"/>
          </a:xfrm>
          <a:prstGeom prst="rect">
            <a:avLst/>
          </a:prstGeom>
          <a:solidFill>
            <a:srgbClr val="FFFFFF"/>
          </a:solidFill>
          <a:ln w="50800" cap="rnd" cmpd="dbl"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12" name="Date Placeholder 11"/>
          <p:cNvSpPr>
            <a:spLocks noGrp="1"/>
          </p:cNvSpPr>
          <p:nvPr>
            <p:ph type="dt" sz="half" idx="10"/>
          </p:nvPr>
        </p:nvSpPr>
        <p:spPr>
          <a:xfrm>
            <a:off x="6248400" y="6248400"/>
            <a:ext cx="2667000" cy="365125"/>
          </a:xfrm>
        </p:spPr>
        <p:txBody>
          <a:bodyPr rtlCol="0"/>
          <a:lstStyle/>
          <a:p>
            <a:fld id="{F64D0CD7-4FA3-45CB-B70F-EA07A191669C}" type="datetime1">
              <a:rPr lang="en-US" smtClean="0"/>
              <a:pPr/>
              <a:t>4/30/2026</a:t>
            </a:fld>
            <a:endParaRPr lang="en-US"/>
          </a:p>
        </p:txBody>
      </p:sp>
      <p:sp>
        <p:nvSpPr>
          <p:cNvPr id="13" name="Slide Number Placeholder 12"/>
          <p:cNvSpPr>
            <a:spLocks noGrp="1"/>
          </p:cNvSpPr>
          <p:nvPr>
            <p:ph type="sldNum" sz="quarter" idx="11"/>
          </p:nvPr>
        </p:nvSpPr>
        <p:spPr>
          <a:xfrm>
            <a:off x="0" y="4667249"/>
            <a:ext cx="1447800" cy="663578"/>
          </a:xfrm>
        </p:spPr>
        <p:txBody>
          <a:bodyPr rtlCol="0"/>
          <a:lstStyle>
            <a:lvl1pPr>
              <a:defRPr sz="2800"/>
            </a:lvl1pPr>
          </a:lstStyle>
          <a:p>
            <a:fld id="{B6F15528-21DE-4FAA-801E-634DDDAF4B2B}" type="slidenum">
              <a:rPr lang="en-US" smtClean="0"/>
              <a:pPr/>
              <a:t>‹#›</a:t>
            </a:fld>
            <a:endParaRPr lang="en-US"/>
          </a:p>
        </p:txBody>
      </p:sp>
      <p:sp>
        <p:nvSpPr>
          <p:cNvPr id="14" name="Footer Placeholder 13"/>
          <p:cNvSpPr>
            <a:spLocks noGrp="1"/>
          </p:cNvSpPr>
          <p:nvPr>
            <p:ph type="ftr" sz="quarter" idx="12"/>
          </p:nvPr>
        </p:nvSpPr>
        <p:spPr>
          <a:xfrm>
            <a:off x="1600200" y="6248206"/>
            <a:ext cx="4572000" cy="365125"/>
          </a:xfrm>
        </p:spPr>
        <p:txBody>
          <a:bodyPr rtlCol="0"/>
          <a:lstStyle/>
          <a:p>
            <a:endParaRPr lang="en-US"/>
          </a:p>
        </p:txBody>
      </p:sp>
      <p:sp>
        <p:nvSpPr>
          <p:cNvPr id="3" name="Picture Placeholder 2"/>
          <p:cNvSpPr>
            <a:spLocks noGrp="1"/>
          </p:cNvSpPr>
          <p:nvPr>
            <p:ph type="pic" idx="1"/>
          </p:nvPr>
        </p:nvSpPr>
        <p:spPr>
          <a:xfrm>
            <a:off x="1560576" y="0"/>
            <a:ext cx="7583424" cy="4568952"/>
          </a:xfrm>
          <a:solidFill>
            <a:schemeClr val="accent1">
              <a:tint val="40000"/>
            </a:schemeClr>
          </a:solidFill>
          <a:ln>
            <a:noFill/>
          </a:ln>
        </p:spPr>
        <p:txBody>
          <a:bodyPr/>
          <a:lstStyle>
            <a:lvl1pPr marL="0" indent="0">
              <a:buNone/>
              <a:defRPr sz="3200"/>
            </a:lvl1pPr>
          </a:lstStyle>
          <a:p>
            <a:r>
              <a:rPr kumimoji="0" lang="en-US"/>
              <a:t>Click icon to add picture</a:t>
            </a:r>
            <a:endParaRPr kumimoji="0" lang="en-US" dirty="0"/>
          </a:p>
        </p:txBody>
      </p:sp>
    </p:spTree>
  </p:cSld>
  <p:clrMapOvr>
    <a:overrideClrMapping bg1="lt1" tx1="dk1" bg2="lt2" tx2="dk2" accent1="accent1" accent2="accent2" accent3="accent3" accent4="accent4" accent5="accent5" accent6="accent6" hlink="hlink" folHlink="folHlink"/>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3" name="Vertical Text Placeholder 2"/>
          <p:cNvSpPr>
            <a:spLocks noGrp="1"/>
          </p:cNvSpPr>
          <p:nvPr>
            <p:ph type="body" orient="vert" idx="1"/>
          </p:nvPr>
        </p:nvSpPr>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Date Placeholder 3"/>
          <p:cNvSpPr>
            <a:spLocks noGrp="1"/>
          </p:cNvSpPr>
          <p:nvPr>
            <p:ph type="dt" sz="half" idx="10"/>
          </p:nvPr>
        </p:nvSpPr>
        <p:spPr/>
        <p:txBody>
          <a:bodyPr/>
          <a:lstStyle/>
          <a:p>
            <a:fld id="{CE114A09-1599-4196-9A51-AAA25C326068}" type="datetime1">
              <a:rPr lang="en-US" smtClean="0"/>
              <a:pPr/>
              <a:t>4/30/2026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bg>
      <p:bgRef idx="1001">
        <a:schemeClr val="bg1"/>
      </p:bgRef>
    </p:bg>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53200" y="609600"/>
            <a:ext cx="2057400" cy="5516563"/>
          </a:xfrm>
        </p:spPr>
        <p:txBody>
          <a:bodyPr vert="eaVert"/>
          <a:lstStyle/>
          <a:p>
            <a:r>
              <a:rPr kumimoji="0" lang="en-US"/>
              <a:t>Click to edit Master title style</a:t>
            </a:r>
          </a:p>
        </p:txBody>
      </p:sp>
      <p:sp>
        <p:nvSpPr>
          <p:cNvPr id="3" name="Vertical Text Placeholder 2"/>
          <p:cNvSpPr>
            <a:spLocks noGrp="1"/>
          </p:cNvSpPr>
          <p:nvPr>
            <p:ph type="body" orient="vert" idx="1"/>
          </p:nvPr>
        </p:nvSpPr>
        <p:spPr>
          <a:xfrm>
            <a:off x="457200" y="609600"/>
            <a:ext cx="5562600" cy="5516564"/>
          </a:xfrm>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Date Placeholder 3"/>
          <p:cNvSpPr>
            <a:spLocks noGrp="1"/>
          </p:cNvSpPr>
          <p:nvPr>
            <p:ph type="dt" sz="half" idx="10"/>
          </p:nvPr>
        </p:nvSpPr>
        <p:spPr>
          <a:xfrm>
            <a:off x="6553200" y="6248402"/>
            <a:ext cx="2209800" cy="365125"/>
          </a:xfrm>
        </p:spPr>
        <p:txBody>
          <a:bodyPr/>
          <a:lstStyle/>
          <a:p>
            <a:fld id="{691CC3B7-7831-48B7-B16A-CE5D505072FA}" type="datetime1">
              <a:rPr lang="en-US" smtClean="0"/>
              <a:pPr/>
              <a:t>4/30/2026</a:t>
            </a:fld>
            <a:endParaRPr lang="en-US"/>
          </a:p>
        </p:txBody>
      </p:sp>
      <p:sp>
        <p:nvSpPr>
          <p:cNvPr id="5" name="Footer Placeholder 4"/>
          <p:cNvSpPr>
            <a:spLocks noGrp="1"/>
          </p:cNvSpPr>
          <p:nvPr>
            <p:ph type="ftr" sz="quarter" idx="11"/>
          </p:nvPr>
        </p:nvSpPr>
        <p:spPr>
          <a:xfrm>
            <a:off x="457201" y="6248207"/>
            <a:ext cx="5573483" cy="365125"/>
          </a:xfrm>
        </p:spPr>
        <p:txBody>
          <a:bodyPr/>
          <a:lstStyle/>
          <a:p>
            <a:endParaRPr lang="en-US"/>
          </a:p>
        </p:txBody>
      </p:sp>
      <p:sp>
        <p:nvSpPr>
          <p:cNvPr id="7" name="Rectangle 6"/>
          <p:cNvSpPr/>
          <p:nvPr/>
        </p:nvSpPr>
        <p:spPr bwMode="white">
          <a:xfrm>
            <a:off x="6096318" y="0"/>
            <a:ext cx="320040" cy="6858000"/>
          </a:xfrm>
          <a:prstGeom prst="rect">
            <a:avLst/>
          </a:prstGeom>
          <a:solidFill>
            <a:srgbClr val="FFFFFF"/>
          </a:solidFill>
          <a:ln w="19050" cap="flat" cmpd="sng" algn="ctr">
            <a:noFill/>
            <a:prstDash val="solid"/>
          </a:ln>
        </p:spPr>
        <p:style>
          <a:lnRef idx="2">
            <a:schemeClr val="accent1"/>
          </a:lnRef>
          <a:fillRef idx="1">
            <a:schemeClr val="accent1"/>
          </a:fillRef>
          <a:effectRef idx="0">
            <a:schemeClr val="accent1"/>
          </a:effectRef>
          <a:fontRef idx="minor">
            <a:schemeClr val="lt1"/>
          </a:fontRef>
        </p:style>
        <p:txBody>
          <a:bodyPr rtlCol="0" anchor="ctr"/>
          <a:lstStyle/>
          <a:p>
            <a:pPr algn="ctr" eaLnBrk="1" latinLnBrk="0" hangingPunct="1"/>
            <a:endParaRPr kumimoji="0" lang="en-US"/>
          </a:p>
        </p:txBody>
      </p:sp>
      <p:sp>
        <p:nvSpPr>
          <p:cNvPr id="8" name="Rectangle 7"/>
          <p:cNvSpPr/>
          <p:nvPr/>
        </p:nvSpPr>
        <p:spPr>
          <a:xfrm>
            <a:off x="6142038" y="609600"/>
            <a:ext cx="228600" cy="6248400"/>
          </a:xfrm>
          <a:prstGeom prst="rect">
            <a:avLst/>
          </a:prstGeom>
          <a:solidFill>
            <a:schemeClr val="accent1"/>
          </a:solidFill>
          <a:ln w="19050" cap="flat" cmpd="sng" algn="ctr">
            <a:noFill/>
            <a:prstDash val="solid"/>
          </a:ln>
        </p:spPr>
        <p:style>
          <a:lnRef idx="2">
            <a:schemeClr val="accent1"/>
          </a:lnRef>
          <a:fillRef idx="1">
            <a:schemeClr val="accent1"/>
          </a:fillRef>
          <a:effectRef idx="0">
            <a:schemeClr val="accent1"/>
          </a:effectRef>
          <a:fontRef idx="minor">
            <a:schemeClr val="lt1"/>
          </a:fontRef>
        </p:style>
        <p:txBody>
          <a:bodyPr rtlCol="0" anchor="ctr"/>
          <a:lstStyle/>
          <a:p>
            <a:pPr algn="ctr" eaLnBrk="1" latinLnBrk="0" hangingPunct="1"/>
            <a:endParaRPr kumimoji="0" lang="en-US"/>
          </a:p>
        </p:txBody>
      </p:sp>
      <p:sp>
        <p:nvSpPr>
          <p:cNvPr id="9" name="Rectangle 8"/>
          <p:cNvSpPr/>
          <p:nvPr/>
        </p:nvSpPr>
        <p:spPr>
          <a:xfrm>
            <a:off x="6142038" y="0"/>
            <a:ext cx="228600" cy="533400"/>
          </a:xfrm>
          <a:prstGeom prst="rect">
            <a:avLst/>
          </a:prstGeom>
          <a:solidFill>
            <a:schemeClr val="accent2"/>
          </a:solidFill>
          <a:ln w="19050" cap="flat" cmpd="sng" algn="ctr">
            <a:noFill/>
            <a:prstDash val="solid"/>
          </a:ln>
        </p:spPr>
        <p:style>
          <a:lnRef idx="2">
            <a:schemeClr val="accent1"/>
          </a:lnRef>
          <a:fillRef idx="1">
            <a:schemeClr val="accent1"/>
          </a:fillRef>
          <a:effectRef idx="0">
            <a:schemeClr val="accent1"/>
          </a:effectRef>
          <a:fontRef idx="minor">
            <a:schemeClr val="lt1"/>
          </a:fontRef>
        </p:style>
        <p:txBody>
          <a:bodyPr rtlCol="0" anchor="ctr"/>
          <a:lstStyle/>
          <a:p>
            <a:pPr algn="ctr" eaLnBrk="1" latinLnBrk="0" hangingPunct="1"/>
            <a:endParaRPr kumimoji="0" lang="en-US"/>
          </a:p>
        </p:txBody>
      </p:sp>
      <p:sp>
        <p:nvSpPr>
          <p:cNvPr id="6" name="Slide Number Placeholder 5"/>
          <p:cNvSpPr>
            <a:spLocks noGrp="1"/>
          </p:cNvSpPr>
          <p:nvPr>
            <p:ph type="sldNum" sz="quarter" idx="12"/>
          </p:nvPr>
        </p:nvSpPr>
        <p:spPr>
          <a:xfrm rot="5400000">
            <a:off x="5989638" y="144462"/>
            <a:ext cx="533400" cy="244476"/>
          </a:xfrm>
        </p:spPr>
        <p:txBody>
          <a:bodyPr/>
          <a:lstStyle/>
          <a:p>
            <a:fld id="{B6F15528-21DE-4FAA-801E-634DDDAF4B2B}" type="slidenum">
              <a:rPr lang="en-US" smtClean="0"/>
              <a:pPr/>
              <a:t>‹#›</a:t>
            </a:fld>
            <a:endParaRPr lang="en-US"/>
          </a:p>
        </p:txBody>
      </p:sp>
    </p:spTree>
  </p:cSld>
  <p:clrMapOvr>
    <a:overrideClrMapping bg1="lt1" tx1="dk1" bg2="lt2" tx2="dk2" accent1="accent1" accent2="accent2" accent3="accent3" accent4="accent4" accent5="accent5" accent6="accent6" hlink="hlink" folHlink="folHlink"/>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2" name="Title Placeholder 21"/>
          <p:cNvSpPr>
            <a:spLocks noGrp="1"/>
          </p:cNvSpPr>
          <p:nvPr>
            <p:ph type="title"/>
          </p:nvPr>
        </p:nvSpPr>
        <p:spPr>
          <a:xfrm>
            <a:off x="609600" y="228600"/>
            <a:ext cx="8153400" cy="990600"/>
          </a:xfrm>
          <a:prstGeom prst="rect">
            <a:avLst/>
          </a:prstGeom>
        </p:spPr>
        <p:txBody>
          <a:bodyPr vert="horz" anchor="ctr">
            <a:normAutofit/>
          </a:bodyPr>
          <a:lstStyle/>
          <a:p>
            <a:r>
              <a:rPr kumimoji="0" lang="en-US"/>
              <a:t>Click to edit Master title style</a:t>
            </a:r>
          </a:p>
        </p:txBody>
      </p:sp>
      <p:sp>
        <p:nvSpPr>
          <p:cNvPr id="13" name="Text Placeholder 12"/>
          <p:cNvSpPr>
            <a:spLocks noGrp="1"/>
          </p:cNvSpPr>
          <p:nvPr>
            <p:ph type="body" idx="1"/>
          </p:nvPr>
        </p:nvSpPr>
        <p:spPr>
          <a:xfrm>
            <a:off x="612648" y="1600200"/>
            <a:ext cx="8153400" cy="4526280"/>
          </a:xfrm>
          <a:prstGeom prst="rect">
            <a:avLst/>
          </a:prstGeom>
        </p:spPr>
        <p:txBody>
          <a:bodyPr vert="horz">
            <a:normAutofit/>
          </a:bodyPr>
          <a:lstStyle/>
          <a:p>
            <a:pPr lvl="0" eaLnBrk="1" latinLnBrk="0" hangingPunct="1"/>
            <a:r>
              <a:rPr kumimoji="0" lang="en-US"/>
              <a:t>Click to edit Master text styles</a:t>
            </a:r>
          </a:p>
          <a:p>
            <a:pPr lvl="1" eaLnBrk="1" latinLnBrk="0" hangingPunct="1"/>
            <a:r>
              <a:rPr kumimoji="0" lang="en-US"/>
              <a:t>Second level</a:t>
            </a:r>
          </a:p>
          <a:p>
            <a:pPr lvl="2" eaLnBrk="1" latinLnBrk="0" hangingPunct="1"/>
            <a:r>
              <a:rPr kumimoji="0" lang="en-US"/>
              <a:t>Third level</a:t>
            </a:r>
          </a:p>
          <a:p>
            <a:pPr lvl="3" eaLnBrk="1" latinLnBrk="0" hangingPunct="1"/>
            <a:r>
              <a:rPr kumimoji="0" lang="en-US"/>
              <a:t>Fourth level</a:t>
            </a:r>
          </a:p>
          <a:p>
            <a:pPr lvl="4" eaLnBrk="1" latinLnBrk="0" hangingPunct="1"/>
            <a:r>
              <a:rPr kumimoji="0" lang="en-US"/>
              <a:t>Fifth level</a:t>
            </a:r>
          </a:p>
        </p:txBody>
      </p:sp>
      <p:sp>
        <p:nvSpPr>
          <p:cNvPr id="14" name="Date Placeholder 13"/>
          <p:cNvSpPr>
            <a:spLocks noGrp="1"/>
          </p:cNvSpPr>
          <p:nvPr>
            <p:ph type="dt" sz="half" idx="2"/>
          </p:nvPr>
        </p:nvSpPr>
        <p:spPr>
          <a:xfrm>
            <a:off x="6096000" y="6248400"/>
            <a:ext cx="2667000" cy="365125"/>
          </a:xfrm>
          <a:prstGeom prst="rect">
            <a:avLst/>
          </a:prstGeom>
        </p:spPr>
        <p:txBody>
          <a:bodyPr vert="horz" anchor="ctr" anchorCtr="0"/>
          <a:lstStyle>
            <a:lvl1pPr algn="l" eaLnBrk="1" latinLnBrk="0" hangingPunct="1">
              <a:defRPr kumimoji="0" sz="1400">
                <a:solidFill>
                  <a:schemeClr val="tx1"/>
                </a:solidFill>
              </a:defRPr>
            </a:lvl1pPr>
          </a:lstStyle>
          <a:p>
            <a:fld id="{76F79B87-CAF0-4157-B382-432074DEE2A5}" type="datetime1">
              <a:rPr lang="en-US" smtClean="0"/>
              <a:pPr/>
              <a:t>4/30/2026</a:t>
            </a:fld>
            <a:endParaRPr lang="en-US" dirty="0"/>
          </a:p>
        </p:txBody>
      </p:sp>
      <p:sp>
        <p:nvSpPr>
          <p:cNvPr id="3" name="Footer Placeholder 2"/>
          <p:cNvSpPr>
            <a:spLocks noGrp="1"/>
          </p:cNvSpPr>
          <p:nvPr>
            <p:ph type="ftr" sz="quarter" idx="3"/>
          </p:nvPr>
        </p:nvSpPr>
        <p:spPr>
          <a:xfrm>
            <a:off x="609600" y="6248206"/>
            <a:ext cx="5421083" cy="365125"/>
          </a:xfrm>
          <a:prstGeom prst="rect">
            <a:avLst/>
          </a:prstGeom>
        </p:spPr>
        <p:txBody>
          <a:bodyPr vert="horz" anchor="ctr"/>
          <a:lstStyle>
            <a:lvl1pPr algn="r" eaLnBrk="1" latinLnBrk="0" hangingPunct="1">
              <a:defRPr kumimoji="0" sz="1400">
                <a:solidFill>
                  <a:schemeClr val="tx1"/>
                </a:solidFill>
              </a:defRPr>
            </a:lvl1pPr>
          </a:lstStyle>
          <a:p>
            <a:endParaRPr lang="en-US" dirty="0"/>
          </a:p>
        </p:txBody>
      </p:sp>
      <p:sp>
        <p:nvSpPr>
          <p:cNvPr id="7" name="Rectangle 6"/>
          <p:cNvSpPr/>
          <p:nvPr/>
        </p:nvSpPr>
        <p:spPr bwMode="white">
          <a:xfrm>
            <a:off x="0" y="1234440"/>
            <a:ext cx="9144000" cy="320040"/>
          </a:xfrm>
          <a:prstGeom prst="rect">
            <a:avLst/>
          </a:prstGeom>
          <a:solidFill>
            <a:srgbClr val="FFFFFF"/>
          </a:solidFill>
          <a:ln w="50800" cap="rnd" cmpd="dbl"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8" name="Rectangle 7"/>
          <p:cNvSpPr/>
          <p:nvPr/>
        </p:nvSpPr>
        <p:spPr>
          <a:xfrm>
            <a:off x="0" y="1280160"/>
            <a:ext cx="533400" cy="228600"/>
          </a:xfrm>
          <a:prstGeom prst="rect">
            <a:avLst/>
          </a:prstGeom>
          <a:solidFill>
            <a:schemeClr val="accent2">
              <a:alpha val="100000"/>
            </a:schemeClr>
          </a:solidFill>
          <a:ln w="50800" cap="rnd" cmpd="dbl"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9" name="Rectangle 8"/>
          <p:cNvSpPr/>
          <p:nvPr/>
        </p:nvSpPr>
        <p:spPr>
          <a:xfrm>
            <a:off x="590550" y="1280160"/>
            <a:ext cx="8553450" cy="228600"/>
          </a:xfrm>
          <a:prstGeom prst="rect">
            <a:avLst/>
          </a:prstGeom>
          <a:solidFill>
            <a:schemeClr val="accent1">
              <a:alpha val="100000"/>
            </a:schemeClr>
          </a:solidFill>
          <a:ln w="50800" cap="rnd" cmpd="dbl"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23" name="Slide Number Placeholder 22"/>
          <p:cNvSpPr>
            <a:spLocks noGrp="1"/>
          </p:cNvSpPr>
          <p:nvPr>
            <p:ph type="sldNum" sz="quarter" idx="4"/>
          </p:nvPr>
        </p:nvSpPr>
        <p:spPr>
          <a:xfrm>
            <a:off x="0" y="1272222"/>
            <a:ext cx="533400" cy="244476"/>
          </a:xfrm>
          <a:prstGeom prst="rect">
            <a:avLst/>
          </a:prstGeom>
        </p:spPr>
        <p:txBody>
          <a:bodyPr vert="horz" anchor="ctr" anchorCtr="0">
            <a:normAutofit/>
          </a:bodyPr>
          <a:lstStyle>
            <a:lvl1pPr algn="ctr" eaLnBrk="1" latinLnBrk="0" hangingPunct="1">
              <a:defRPr kumimoji="0" sz="1400" b="1">
                <a:solidFill>
                  <a:srgbClr val="FFFFFF"/>
                </a:solidFill>
              </a:defRPr>
            </a:lvl1pPr>
          </a:lstStyle>
          <a:p>
            <a:fld id="{B6F15528-21DE-4FAA-801E-634DDDAF4B2B}" type="slidenum">
              <a:rPr lang="en-US" smtClean="0"/>
              <a:pPr/>
              <a:t>‹#›</a:t>
            </a:fld>
            <a:endParaRPr lang="en-US" dirty="0"/>
          </a:p>
        </p:txBody>
      </p:sp>
      <p:pic>
        <p:nvPicPr>
          <p:cNvPr id="2050" name="Picture 2" descr="C:\Users\vipin.tyagi\Desktop\footer-img.png"/>
          <p:cNvPicPr>
            <a:picLocks noChangeAspect="1" noChangeArrowheads="1"/>
          </p:cNvPicPr>
          <p:nvPr userDrawn="1"/>
        </p:nvPicPr>
        <p:blipFill>
          <a:blip r:embed="rId13" cstate="print"/>
          <a:srcRect/>
          <a:stretch>
            <a:fillRect/>
          </a:stretch>
        </p:blipFill>
        <p:spPr bwMode="auto">
          <a:xfrm>
            <a:off x="8229600" y="228600"/>
            <a:ext cx="743185" cy="885265"/>
          </a:xfrm>
          <a:prstGeom prst="rect">
            <a:avLst/>
          </a:prstGeom>
          <a:noFill/>
        </p:spPr>
      </p:pic>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hdr="0" dt="0"/>
  <p:txStyles>
    <p:titleStyle>
      <a:lvl1pPr algn="l" rtl="0" eaLnBrk="1" latinLnBrk="0" hangingPunct="1">
        <a:spcBef>
          <a:spcPct val="0"/>
        </a:spcBef>
        <a:buNone/>
        <a:defRPr kumimoji="0" sz="4400" kern="1200">
          <a:solidFill>
            <a:schemeClr val="tx2"/>
          </a:solidFill>
          <a:latin typeface="+mj-lt"/>
          <a:ea typeface="+mj-ea"/>
          <a:cs typeface="+mj-cs"/>
        </a:defRPr>
      </a:lvl1pPr>
    </p:titleStyle>
    <p:bodyStyle>
      <a:lvl1pPr marL="320040" indent="-320040" algn="l" rtl="0" eaLnBrk="1" latinLnBrk="0" hangingPunct="1">
        <a:spcBef>
          <a:spcPts val="700"/>
        </a:spcBef>
        <a:buClr>
          <a:schemeClr val="accent2"/>
        </a:buClr>
        <a:buSzPct val="60000"/>
        <a:buFont typeface="Wingdings"/>
        <a:buChar char=""/>
        <a:defRPr kumimoji="0" sz="2900" kern="1200">
          <a:solidFill>
            <a:schemeClr val="tx1"/>
          </a:solidFill>
          <a:latin typeface="+mn-lt"/>
          <a:ea typeface="+mn-ea"/>
          <a:cs typeface="+mn-cs"/>
        </a:defRPr>
      </a:lvl1pPr>
      <a:lvl2pPr marL="640080" indent="-274320" algn="l" rtl="0" eaLnBrk="1" latinLnBrk="0" hangingPunct="1">
        <a:spcBef>
          <a:spcPts val="550"/>
        </a:spcBef>
        <a:buClr>
          <a:schemeClr val="accent1"/>
        </a:buClr>
        <a:buSzPct val="70000"/>
        <a:buFont typeface="Wingdings 2"/>
        <a:buChar char=""/>
        <a:defRPr kumimoji="0" sz="2600" kern="1200">
          <a:solidFill>
            <a:schemeClr val="tx1"/>
          </a:solidFill>
          <a:latin typeface="+mn-lt"/>
          <a:ea typeface="+mn-ea"/>
          <a:cs typeface="+mn-cs"/>
        </a:defRPr>
      </a:lvl2pPr>
      <a:lvl3pPr marL="914400" indent="-228600" algn="l" rtl="0" eaLnBrk="1" latinLnBrk="0" hangingPunct="1">
        <a:spcBef>
          <a:spcPts val="500"/>
        </a:spcBef>
        <a:buClr>
          <a:schemeClr val="accent2"/>
        </a:buClr>
        <a:buSzPct val="75000"/>
        <a:buFont typeface="Wingdings"/>
        <a:buChar char=""/>
        <a:defRPr kumimoji="0" sz="2300" kern="1200">
          <a:solidFill>
            <a:schemeClr val="tx1"/>
          </a:solidFill>
          <a:latin typeface="+mn-lt"/>
          <a:ea typeface="+mn-ea"/>
          <a:cs typeface="+mn-cs"/>
        </a:defRPr>
      </a:lvl3pPr>
      <a:lvl4pPr marL="1371600" indent="-228600" algn="l" rtl="0" eaLnBrk="1" latinLnBrk="0" hangingPunct="1">
        <a:spcBef>
          <a:spcPts val="400"/>
        </a:spcBef>
        <a:buClr>
          <a:schemeClr val="accent3"/>
        </a:buClr>
        <a:buSzPct val="75000"/>
        <a:buFont typeface="Wingdings"/>
        <a:buChar char=""/>
        <a:defRPr kumimoji="0" sz="2000" kern="1200">
          <a:solidFill>
            <a:schemeClr val="tx1"/>
          </a:solidFill>
          <a:latin typeface="+mn-lt"/>
          <a:ea typeface="+mn-ea"/>
          <a:cs typeface="+mn-cs"/>
        </a:defRPr>
      </a:lvl4pPr>
      <a:lvl5pPr marL="1828800" indent="-228600" algn="l" rtl="0" eaLnBrk="1" latinLnBrk="0" hangingPunct="1">
        <a:spcBef>
          <a:spcPts val="400"/>
        </a:spcBef>
        <a:buClr>
          <a:schemeClr val="accent4"/>
        </a:buClr>
        <a:buSzPct val="65000"/>
        <a:buFont typeface="Wingdings"/>
        <a:buChar char=""/>
        <a:defRPr kumimoji="0" sz="2000" kern="1200">
          <a:solidFill>
            <a:schemeClr val="tx1"/>
          </a:solidFill>
          <a:latin typeface="+mn-lt"/>
          <a:ea typeface="+mn-ea"/>
          <a:cs typeface="+mn-cs"/>
        </a:defRPr>
      </a:lvl5pPr>
      <a:lvl6pPr marL="2103120" indent="-228600" algn="l" rtl="0" eaLnBrk="1" latinLnBrk="0" hangingPunct="1">
        <a:spcBef>
          <a:spcPct val="20000"/>
        </a:spcBef>
        <a:buClr>
          <a:schemeClr val="accent1"/>
        </a:buClr>
        <a:buFont typeface="Wingdings"/>
        <a:buChar char="§"/>
        <a:defRPr kumimoji="0" sz="1800" kern="1200" baseline="0">
          <a:solidFill>
            <a:schemeClr val="tx1"/>
          </a:solidFill>
          <a:latin typeface="+mn-lt"/>
          <a:ea typeface="+mn-ea"/>
          <a:cs typeface="+mn-cs"/>
        </a:defRPr>
      </a:lvl6pPr>
      <a:lvl7pPr marL="2377440" indent="-228600" algn="l" rtl="0" eaLnBrk="1" latinLnBrk="0" hangingPunct="1">
        <a:spcBef>
          <a:spcPct val="20000"/>
        </a:spcBef>
        <a:buClr>
          <a:schemeClr val="accent2"/>
        </a:buClr>
        <a:buFont typeface="Wingdings"/>
        <a:buChar char="§"/>
        <a:defRPr kumimoji="0" sz="1800" kern="1200" baseline="0">
          <a:solidFill>
            <a:schemeClr val="tx1"/>
          </a:solidFill>
          <a:latin typeface="+mn-lt"/>
          <a:ea typeface="+mn-ea"/>
          <a:cs typeface="+mn-cs"/>
        </a:defRPr>
      </a:lvl7pPr>
      <a:lvl8pPr marL="2651760" indent="-228600" algn="l" rtl="0" eaLnBrk="1" latinLnBrk="0" hangingPunct="1">
        <a:spcBef>
          <a:spcPct val="20000"/>
        </a:spcBef>
        <a:buClr>
          <a:schemeClr val="accent3"/>
        </a:buClr>
        <a:buFont typeface="Wingdings"/>
        <a:buChar char="§"/>
        <a:defRPr kumimoji="0" sz="1800" kern="1200" baseline="0">
          <a:solidFill>
            <a:schemeClr val="tx1"/>
          </a:solidFill>
          <a:latin typeface="+mn-lt"/>
          <a:ea typeface="+mn-ea"/>
          <a:cs typeface="+mn-cs"/>
        </a:defRPr>
      </a:lvl8pPr>
      <a:lvl9pPr marL="2926080" indent="-228600" algn="l" rtl="0" eaLnBrk="1" latinLnBrk="0" hangingPunct="1">
        <a:spcBef>
          <a:spcPct val="20000"/>
        </a:spcBef>
        <a:buClr>
          <a:schemeClr val="accent4"/>
        </a:buClr>
        <a:buFont typeface="Wingdings"/>
        <a:buChar char="§"/>
        <a:defRPr kumimoji="0" sz="1800" kern="1200" baseline="0">
          <a:solidFill>
            <a:schemeClr val="tx1"/>
          </a:solidFill>
          <a:latin typeface="+mn-lt"/>
          <a:ea typeface="+mn-ea"/>
          <a:cs typeface="+mn-cs"/>
        </a:defRPr>
      </a:lvl9pPr>
    </p:bodyStyle>
    <p:otherStyle>
      <a:lvl1pPr marL="0" algn="l" rtl="0" eaLnBrk="1" latinLnBrk="0" hangingPunct="1">
        <a:defRPr kumimoji="0" kern="1200">
          <a:solidFill>
            <a:schemeClr val="tx1"/>
          </a:solidFill>
          <a:latin typeface="+mn-lt"/>
          <a:ea typeface="+mn-ea"/>
          <a:cs typeface="+mn-cs"/>
        </a:defRPr>
      </a:lvl1pPr>
      <a:lvl2pPr marL="457200" algn="l" rtl="0" eaLnBrk="1" latinLnBrk="0" hangingPunct="1">
        <a:defRPr kumimoji="0" kern="1200">
          <a:solidFill>
            <a:schemeClr val="tx1"/>
          </a:solidFill>
          <a:latin typeface="+mn-lt"/>
          <a:ea typeface="+mn-ea"/>
          <a:cs typeface="+mn-cs"/>
        </a:defRPr>
      </a:lvl2pPr>
      <a:lvl3pPr marL="914400" algn="l" rtl="0" eaLnBrk="1" latinLnBrk="0" hangingPunct="1">
        <a:defRPr kumimoji="0" kern="1200">
          <a:solidFill>
            <a:schemeClr val="tx1"/>
          </a:solidFill>
          <a:latin typeface="+mn-lt"/>
          <a:ea typeface="+mn-ea"/>
          <a:cs typeface="+mn-cs"/>
        </a:defRPr>
      </a:lvl3pPr>
      <a:lvl4pPr marL="1371600" algn="l" rtl="0" eaLnBrk="1" latinLnBrk="0" hangingPunct="1">
        <a:defRPr kumimoji="0" kern="1200">
          <a:solidFill>
            <a:schemeClr val="tx1"/>
          </a:solidFill>
          <a:latin typeface="+mn-lt"/>
          <a:ea typeface="+mn-ea"/>
          <a:cs typeface="+mn-cs"/>
        </a:defRPr>
      </a:lvl4pPr>
      <a:lvl5pPr marL="1828800" algn="l" rtl="0" eaLnBrk="1" latinLnBrk="0" hangingPunct="1">
        <a:defRPr kumimoji="0" kern="1200">
          <a:solidFill>
            <a:schemeClr val="tx1"/>
          </a:solidFill>
          <a:latin typeface="+mn-lt"/>
          <a:ea typeface="+mn-ea"/>
          <a:cs typeface="+mn-cs"/>
        </a:defRPr>
      </a:lvl5pPr>
      <a:lvl6pPr marL="2286000" algn="l" rtl="0" eaLnBrk="1" latinLnBrk="0" hangingPunct="1">
        <a:defRPr kumimoji="0" kern="1200">
          <a:solidFill>
            <a:schemeClr val="tx1"/>
          </a:solidFill>
          <a:latin typeface="+mn-lt"/>
          <a:ea typeface="+mn-ea"/>
          <a:cs typeface="+mn-cs"/>
        </a:defRPr>
      </a:lvl6pPr>
      <a:lvl7pPr marL="2743200" algn="l" rtl="0" eaLnBrk="1" latinLnBrk="0" hangingPunct="1">
        <a:defRPr kumimoji="0" kern="1200">
          <a:solidFill>
            <a:schemeClr val="tx1"/>
          </a:solidFill>
          <a:latin typeface="+mn-lt"/>
          <a:ea typeface="+mn-ea"/>
          <a:cs typeface="+mn-cs"/>
        </a:defRPr>
      </a:lvl7pPr>
      <a:lvl8pPr marL="3200400" algn="l" rtl="0" eaLnBrk="1" latinLnBrk="0" hangingPunct="1">
        <a:defRPr kumimoji="0" kern="1200">
          <a:solidFill>
            <a:schemeClr val="tx1"/>
          </a:solidFill>
          <a:latin typeface="+mn-lt"/>
          <a:ea typeface="+mn-ea"/>
          <a:cs typeface="+mn-cs"/>
        </a:defRPr>
      </a:lvl8pPr>
      <a:lvl9pPr marL="3657600" algn="l" rtl="0" eaLnBrk="1" latinLnBrk="0" hangingPunct="1">
        <a:defRPr kumimoji="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hyperlink" Target="https://www.kaggle.com/datasets/asdasdasasdas/garbage-classification" TargetMode="Externa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12.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2.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15.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333500" y="1143000"/>
            <a:ext cx="6477000" cy="838200"/>
          </a:xfrm>
        </p:spPr>
        <p:txBody>
          <a:bodyPr>
            <a:normAutofit fontScale="90000"/>
          </a:bodyPr>
          <a:lstStyle/>
          <a:p>
            <a:pPr algn="ctr"/>
            <a:r>
              <a:rPr lang="en-US" b="1" u="sng" dirty="0"/>
              <a:t>Facial Emotion Recognition System</a:t>
            </a:r>
            <a:endParaRPr lang="en-US" u="sng" dirty="0"/>
          </a:p>
        </p:txBody>
      </p:sp>
      <p:sp>
        <p:nvSpPr>
          <p:cNvPr id="3" name="Subtitle 2"/>
          <p:cNvSpPr>
            <a:spLocks noGrp="1"/>
          </p:cNvSpPr>
          <p:nvPr>
            <p:ph type="subTitle" idx="1"/>
          </p:nvPr>
        </p:nvSpPr>
        <p:spPr/>
        <p:txBody>
          <a:bodyPr>
            <a:normAutofit/>
          </a:bodyPr>
          <a:lstStyle/>
          <a:p>
            <a:pPr algn="ctr"/>
            <a:r>
              <a:rPr lang="en-US" sz="2000" dirty="0">
                <a:solidFill>
                  <a:schemeClr val="bg1"/>
                </a:solidFill>
              </a:rPr>
              <a:t>  Jaypee University of Engineering &amp; Technology, Guna </a:t>
            </a:r>
          </a:p>
        </p:txBody>
      </p:sp>
      <p:sp>
        <p:nvSpPr>
          <p:cNvPr id="4" name="TextBox 3"/>
          <p:cNvSpPr txBox="1"/>
          <p:nvPr/>
        </p:nvSpPr>
        <p:spPr>
          <a:xfrm>
            <a:off x="1943100" y="2209800"/>
            <a:ext cx="5257800" cy="1200329"/>
          </a:xfrm>
          <a:prstGeom prst="rect">
            <a:avLst/>
          </a:prstGeom>
          <a:noFill/>
        </p:spPr>
        <p:txBody>
          <a:bodyPr wrap="square" rtlCol="0">
            <a:spAutoFit/>
          </a:bodyPr>
          <a:lstStyle/>
          <a:p>
            <a:pPr algn="ctr"/>
            <a:r>
              <a:rPr lang="en-US" dirty="0">
                <a:solidFill>
                  <a:schemeClr val="bg1"/>
                </a:solidFill>
              </a:rPr>
              <a:t> Presented by:</a:t>
            </a:r>
          </a:p>
          <a:p>
            <a:pPr algn="ctr"/>
            <a:r>
              <a:rPr lang="en-IN" b="1" dirty="0">
                <a:solidFill>
                  <a:schemeClr val="bg1"/>
                </a:solidFill>
              </a:rPr>
              <a:t>Anisha Sharma: 231B047</a:t>
            </a:r>
            <a:endParaRPr lang="en-IN" dirty="0">
              <a:solidFill>
                <a:schemeClr val="bg1"/>
              </a:solidFill>
            </a:endParaRPr>
          </a:p>
          <a:p>
            <a:pPr algn="ctr"/>
            <a:r>
              <a:rPr lang="en-IN" b="1" dirty="0">
                <a:solidFill>
                  <a:schemeClr val="bg1"/>
                </a:solidFill>
              </a:rPr>
              <a:t>Apurv Kumar: 231B060</a:t>
            </a:r>
          </a:p>
          <a:p>
            <a:pPr algn="ctr"/>
            <a:r>
              <a:rPr lang="en-IN" b="1" dirty="0">
                <a:solidFill>
                  <a:schemeClr val="bg1"/>
                </a:solidFill>
              </a:rPr>
              <a:t>Aryaman Singh </a:t>
            </a:r>
            <a:r>
              <a:rPr lang="en-IN" b="1" dirty="0" err="1">
                <a:solidFill>
                  <a:schemeClr val="bg1"/>
                </a:solidFill>
              </a:rPr>
              <a:t>Dhakad</a:t>
            </a:r>
            <a:r>
              <a:rPr lang="en-IN" b="1" dirty="0">
                <a:solidFill>
                  <a:schemeClr val="bg1"/>
                </a:solidFill>
              </a:rPr>
              <a:t>: 2310B65</a:t>
            </a:r>
            <a:endParaRPr lang="en-IN" dirty="0">
              <a:solidFill>
                <a:schemeClr val="bg1"/>
              </a:solidFill>
            </a:endParaRPr>
          </a:p>
        </p:txBody>
      </p:sp>
      <p:sp>
        <p:nvSpPr>
          <p:cNvPr id="5" name="TextBox 4"/>
          <p:cNvSpPr txBox="1"/>
          <p:nvPr/>
        </p:nvSpPr>
        <p:spPr>
          <a:xfrm>
            <a:off x="2324100" y="3642865"/>
            <a:ext cx="4572000" cy="923330"/>
          </a:xfrm>
          <a:prstGeom prst="rect">
            <a:avLst/>
          </a:prstGeom>
          <a:noFill/>
        </p:spPr>
        <p:txBody>
          <a:bodyPr wrap="square" rtlCol="0">
            <a:spAutoFit/>
          </a:bodyPr>
          <a:lstStyle/>
          <a:p>
            <a:pPr algn="ctr"/>
            <a:r>
              <a:rPr lang="en-US" dirty="0">
                <a:solidFill>
                  <a:schemeClr val="bg1"/>
                </a:solidFill>
              </a:rPr>
              <a:t>Under the supervision of:</a:t>
            </a:r>
          </a:p>
          <a:p>
            <a:pPr algn="ctr"/>
            <a:r>
              <a:rPr lang="pt-BR" b="1" dirty="0">
                <a:solidFill>
                  <a:srgbClr val="000000"/>
                </a:solidFill>
              </a:rPr>
              <a:t>Dr. Amit Kumar</a:t>
            </a:r>
            <a:endParaRPr lang="en-US" dirty="0">
              <a:solidFill>
                <a:schemeClr val="bg1"/>
              </a:solidFill>
            </a:endParaRPr>
          </a:p>
          <a:p>
            <a:pPr algn="ctr"/>
            <a:endParaRPr lang="en-US" dirty="0">
              <a:solidFill>
                <a:schemeClr val="bg1"/>
              </a:solidFill>
            </a:endParaRPr>
          </a:p>
        </p:txBody>
      </p:sp>
      <p:pic>
        <p:nvPicPr>
          <p:cNvPr id="1026" name="Picture 2" descr="C:\Users\vipin.tyagi\Desktop\footer-img.png"/>
          <p:cNvPicPr>
            <a:picLocks noChangeAspect="1" noChangeArrowheads="1"/>
          </p:cNvPicPr>
          <p:nvPr/>
        </p:nvPicPr>
        <p:blipFill>
          <a:blip r:embed="rId2" cstate="print"/>
          <a:srcRect/>
          <a:stretch>
            <a:fillRect/>
          </a:stretch>
        </p:blipFill>
        <p:spPr bwMode="auto">
          <a:xfrm>
            <a:off x="4114800" y="4343400"/>
            <a:ext cx="1041400" cy="1240491"/>
          </a:xfrm>
          <a:prstGeom prst="rect">
            <a:avLst/>
          </a:prstGeom>
          <a:noFill/>
        </p:spPr>
      </p:pic>
      <p:sp>
        <p:nvSpPr>
          <p:cNvPr id="6" name="TextBox 5">
            <a:extLst>
              <a:ext uri="{FF2B5EF4-FFF2-40B4-BE49-F238E27FC236}">
                <a16:creationId xmlns:a16="http://schemas.microsoft.com/office/drawing/2014/main" id="{B8BE5A12-3AB1-A381-9E53-4541A5585BA4}"/>
              </a:ext>
            </a:extLst>
          </p:cNvPr>
          <p:cNvSpPr txBox="1"/>
          <p:nvPr/>
        </p:nvSpPr>
        <p:spPr>
          <a:xfrm>
            <a:off x="685800" y="6162104"/>
            <a:ext cx="838200" cy="461665"/>
          </a:xfrm>
          <a:prstGeom prst="rect">
            <a:avLst/>
          </a:prstGeom>
          <a:noFill/>
        </p:spPr>
        <p:txBody>
          <a:bodyPr wrap="square" rtlCol="0">
            <a:spAutoFit/>
          </a:bodyPr>
          <a:lstStyle/>
          <a:p>
            <a:pPr algn="ctr"/>
            <a:r>
              <a:rPr lang="en-US" sz="2400" dirty="0">
                <a:solidFill>
                  <a:schemeClr val="bg1"/>
                </a:solidFill>
              </a:rPr>
              <a:t>AR3</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b="1" u="sng" dirty="0"/>
              <a:t>Introduction</a:t>
            </a:r>
          </a:p>
        </p:txBody>
      </p:sp>
      <p:sp>
        <p:nvSpPr>
          <p:cNvPr id="3" name="Content Placeholder 2"/>
          <p:cNvSpPr>
            <a:spLocks noGrp="1"/>
          </p:cNvSpPr>
          <p:nvPr>
            <p:ph sz="quarter" idx="1"/>
          </p:nvPr>
        </p:nvSpPr>
        <p:spPr>
          <a:xfrm>
            <a:off x="612648" y="1600200"/>
            <a:ext cx="8153400" cy="5105400"/>
          </a:xfrm>
        </p:spPr>
        <p:txBody>
          <a:bodyPr>
            <a:normAutofit lnSpcReduction="10000"/>
          </a:bodyPr>
          <a:lstStyle/>
          <a:p>
            <a:r>
              <a:rPr lang="en-US" dirty="0"/>
              <a:t>This project focuses on building a system that can understand human emotions from facial expressions.</a:t>
            </a:r>
          </a:p>
          <a:p>
            <a:r>
              <a:rPr lang="en-US" dirty="0"/>
              <a:t>The main aim is to automatically detect emotions like happy, sad, angry, surprise, fear, disgust, or neutral from images or live video.</a:t>
            </a:r>
          </a:p>
          <a:p>
            <a:r>
              <a:rPr lang="en-US" dirty="0"/>
              <a:t>The focus is to make emotion recognition simple and useful for real-world applications like user interaction and behavior analysis.</a:t>
            </a:r>
          </a:p>
          <a:p>
            <a:r>
              <a:rPr lang="en-US" dirty="0"/>
              <a:t>The system leverages CNN-based deep learning with OpenCV-driven face detection to classify human facial emotions in real-time.</a:t>
            </a:r>
          </a:p>
        </p:txBody>
      </p:sp>
      <p:sp>
        <p:nvSpPr>
          <p:cNvPr id="4" name="Slide Number Placeholder 3"/>
          <p:cNvSpPr>
            <a:spLocks noGrp="1"/>
          </p:cNvSpPr>
          <p:nvPr>
            <p:ph type="sldNum" sz="quarter" idx="12"/>
          </p:nvPr>
        </p:nvSpPr>
        <p:spPr/>
        <p:txBody>
          <a:bodyPr>
            <a:normAutofit fontScale="85000" lnSpcReduction="20000"/>
          </a:bodyPr>
          <a:lstStyle/>
          <a:p>
            <a:fld id="{B6F15528-21DE-4FAA-801E-634DDDAF4B2B}" type="slidenum">
              <a:rPr lang="en-US" smtClean="0"/>
              <a:pPr/>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2D24B0-2B83-7237-89C5-28790870F2D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3A1154E-0D81-0C00-48CF-85170C74AB63}"/>
              </a:ext>
            </a:extLst>
          </p:cNvPr>
          <p:cNvSpPr>
            <a:spLocks noGrp="1"/>
          </p:cNvSpPr>
          <p:nvPr>
            <p:ph type="title"/>
          </p:nvPr>
        </p:nvSpPr>
        <p:spPr/>
        <p:txBody>
          <a:bodyPr/>
          <a:lstStyle/>
          <a:p>
            <a:r>
              <a:rPr lang="en-US" b="1" u="sng" dirty="0"/>
              <a:t>Problem Statement</a:t>
            </a:r>
          </a:p>
        </p:txBody>
      </p:sp>
      <p:sp>
        <p:nvSpPr>
          <p:cNvPr id="3" name="Content Placeholder 2">
            <a:extLst>
              <a:ext uri="{FF2B5EF4-FFF2-40B4-BE49-F238E27FC236}">
                <a16:creationId xmlns:a16="http://schemas.microsoft.com/office/drawing/2014/main" id="{143857FD-FD55-8176-9055-DA371C075846}"/>
              </a:ext>
            </a:extLst>
          </p:cNvPr>
          <p:cNvSpPr>
            <a:spLocks noGrp="1"/>
          </p:cNvSpPr>
          <p:nvPr>
            <p:ph sz="quarter" idx="1"/>
          </p:nvPr>
        </p:nvSpPr>
        <p:spPr>
          <a:xfrm>
            <a:off x="612648" y="1600200"/>
            <a:ext cx="8153400" cy="4876800"/>
          </a:xfrm>
        </p:spPr>
        <p:txBody>
          <a:bodyPr>
            <a:normAutofit fontScale="70000" lnSpcReduction="20000"/>
          </a:bodyPr>
          <a:lstStyle/>
          <a:p>
            <a:r>
              <a:rPr lang="en-US" dirty="0"/>
              <a:t>The Indian Education landscape has been undergoing rapid changes for the past 10 years owing to the advancement of web-based learning services, specifically, e-Learning platforms. </a:t>
            </a:r>
          </a:p>
          <a:p>
            <a:r>
              <a:rPr lang="en-US" dirty="0"/>
              <a:t>In a physical classroom during a lecturing teacher can see the faces and assess the emotion of the class and tune their lecture accordingly, whether he is going fast or slow. He can identify students who need special attention. </a:t>
            </a:r>
          </a:p>
          <a:p>
            <a:r>
              <a:rPr lang="en-US" dirty="0"/>
              <a:t>Digital classrooms are conducted via a video telephony software program (ex- Zoom) where it’s not possible for medium-scale class (25-50) teacher to see all students and access the mood. Because of this drawback, students are not focusing on content due to a lack of surveillance. </a:t>
            </a:r>
          </a:p>
          <a:p>
            <a:r>
              <a:rPr lang="en-US" dirty="0"/>
              <a:t>While digital platforms have limitations in terms of physical surveillance, but it comes with the power of data and machines which can work for you. It’s data can be analyzed using machine learning algorithms which not only solves the surveillance issue, but it also removes the human bias from the system.</a:t>
            </a:r>
          </a:p>
          <a:p>
            <a:r>
              <a:rPr lang="en-US" dirty="0"/>
              <a:t>Moreover, it can be extended in </a:t>
            </a:r>
            <a:r>
              <a:rPr lang="en-US" i="1" dirty="0"/>
              <a:t>mental health monitoring, real-time feedback systems</a:t>
            </a:r>
            <a:r>
              <a:rPr lang="en-US" dirty="0"/>
              <a:t>. Thereby, improving human-computer interaction.</a:t>
            </a:r>
          </a:p>
        </p:txBody>
      </p:sp>
      <p:sp>
        <p:nvSpPr>
          <p:cNvPr id="4" name="Slide Number Placeholder 3">
            <a:extLst>
              <a:ext uri="{FF2B5EF4-FFF2-40B4-BE49-F238E27FC236}">
                <a16:creationId xmlns:a16="http://schemas.microsoft.com/office/drawing/2014/main" id="{351F598F-32F6-7D97-9EAE-49179BA98AC6}"/>
              </a:ext>
            </a:extLst>
          </p:cNvPr>
          <p:cNvSpPr>
            <a:spLocks noGrp="1"/>
          </p:cNvSpPr>
          <p:nvPr>
            <p:ph type="sldNum" sz="quarter" idx="12"/>
          </p:nvPr>
        </p:nvSpPr>
        <p:spPr/>
        <p:txBody>
          <a:bodyPr>
            <a:normAutofit fontScale="85000" lnSpcReduction="20000"/>
          </a:bodyPr>
          <a:lstStyle/>
          <a:p>
            <a:fld id="{B6F15528-21DE-4FAA-801E-634DDDAF4B2B}" type="slidenum">
              <a:rPr lang="en-US" smtClean="0"/>
              <a:pPr/>
              <a:t>3</a:t>
            </a:fld>
            <a:endParaRPr lang="en-US"/>
          </a:p>
        </p:txBody>
      </p:sp>
    </p:spTree>
    <p:extLst>
      <p:ext uri="{BB962C8B-B14F-4D97-AF65-F5344CB8AC3E}">
        <p14:creationId xmlns:p14="http://schemas.microsoft.com/office/powerpoint/2010/main" val="187973649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b="1" u="sng" dirty="0"/>
              <a:t>Literature Review</a:t>
            </a:r>
          </a:p>
        </p:txBody>
      </p:sp>
      <p:graphicFrame>
        <p:nvGraphicFramePr>
          <p:cNvPr id="8" name="Content Placeholder 7">
            <a:extLst>
              <a:ext uri="{FF2B5EF4-FFF2-40B4-BE49-F238E27FC236}">
                <a16:creationId xmlns:a16="http://schemas.microsoft.com/office/drawing/2014/main" id="{2180A1E3-8B16-A25E-2070-6DAE016D14A7}"/>
              </a:ext>
            </a:extLst>
          </p:cNvPr>
          <p:cNvGraphicFramePr>
            <a:graphicFrameLocks noGrp="1"/>
          </p:cNvGraphicFramePr>
          <p:nvPr>
            <p:ph sz="quarter" idx="1"/>
            <p:extLst>
              <p:ext uri="{D42A27DB-BD31-4B8C-83A1-F6EECF244321}">
                <p14:modId xmlns:p14="http://schemas.microsoft.com/office/powerpoint/2010/main" val="3142836255"/>
              </p:ext>
            </p:extLst>
          </p:nvPr>
        </p:nvGraphicFramePr>
        <p:xfrm>
          <a:off x="612775" y="1600200"/>
          <a:ext cx="8153400" cy="51054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4" name="Slide Number Placeholder 3"/>
          <p:cNvSpPr>
            <a:spLocks noGrp="1"/>
          </p:cNvSpPr>
          <p:nvPr>
            <p:ph type="sldNum" sz="quarter" idx="12"/>
          </p:nvPr>
        </p:nvSpPr>
        <p:spPr/>
        <p:txBody>
          <a:bodyPr>
            <a:normAutofit fontScale="85000" lnSpcReduction="20000"/>
          </a:bodyPr>
          <a:lstStyle/>
          <a:p>
            <a:fld id="{B6F15528-21DE-4FAA-801E-634DDDAF4B2B}" type="slidenum">
              <a:rPr lang="en-US" smtClean="0"/>
              <a:pPr/>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39D59F-12BF-7EE4-82C4-B806183EAD4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EF5305E-B0FA-486B-5876-081364DA789F}"/>
              </a:ext>
            </a:extLst>
          </p:cNvPr>
          <p:cNvSpPr>
            <a:spLocks noGrp="1"/>
          </p:cNvSpPr>
          <p:nvPr>
            <p:ph type="title"/>
          </p:nvPr>
        </p:nvSpPr>
        <p:spPr/>
        <p:txBody>
          <a:bodyPr>
            <a:normAutofit/>
          </a:bodyPr>
          <a:lstStyle/>
          <a:p>
            <a:r>
              <a:rPr lang="en-US" b="1" u="sng" dirty="0"/>
              <a:t>Work Plan</a:t>
            </a:r>
          </a:p>
        </p:txBody>
      </p:sp>
      <p:graphicFrame>
        <p:nvGraphicFramePr>
          <p:cNvPr id="7" name="Content Placeholder 6">
            <a:extLst>
              <a:ext uri="{FF2B5EF4-FFF2-40B4-BE49-F238E27FC236}">
                <a16:creationId xmlns:a16="http://schemas.microsoft.com/office/drawing/2014/main" id="{CCF2C447-8F91-A92F-67E5-E59A7048AAB2}"/>
              </a:ext>
            </a:extLst>
          </p:cNvPr>
          <p:cNvGraphicFramePr>
            <a:graphicFrameLocks noGrp="1"/>
          </p:cNvGraphicFramePr>
          <p:nvPr>
            <p:ph sz="quarter" idx="1"/>
            <p:extLst>
              <p:ext uri="{D42A27DB-BD31-4B8C-83A1-F6EECF244321}">
                <p14:modId xmlns:p14="http://schemas.microsoft.com/office/powerpoint/2010/main" val="2584614916"/>
              </p:ext>
            </p:extLst>
          </p:nvPr>
        </p:nvGraphicFramePr>
        <p:xfrm>
          <a:off x="612775" y="1600200"/>
          <a:ext cx="8153400" cy="4820920"/>
        </p:xfrm>
        <a:graphic>
          <a:graphicData uri="http://schemas.openxmlformats.org/drawingml/2006/table">
            <a:tbl>
              <a:tblPr firstRow="1" bandRow="1">
                <a:tableStyleId>{5C22544A-7EE6-4342-B048-85BDC9FD1C3A}</a:tableStyleId>
              </a:tblPr>
              <a:tblGrid>
                <a:gridCol w="1063625">
                  <a:extLst>
                    <a:ext uri="{9D8B030D-6E8A-4147-A177-3AD203B41FA5}">
                      <a16:colId xmlns:a16="http://schemas.microsoft.com/office/drawing/2014/main" val="1748736739"/>
                    </a:ext>
                  </a:extLst>
                </a:gridCol>
                <a:gridCol w="5562600">
                  <a:extLst>
                    <a:ext uri="{9D8B030D-6E8A-4147-A177-3AD203B41FA5}">
                      <a16:colId xmlns:a16="http://schemas.microsoft.com/office/drawing/2014/main" val="2001301082"/>
                    </a:ext>
                  </a:extLst>
                </a:gridCol>
                <a:gridCol w="1527175">
                  <a:extLst>
                    <a:ext uri="{9D8B030D-6E8A-4147-A177-3AD203B41FA5}">
                      <a16:colId xmlns:a16="http://schemas.microsoft.com/office/drawing/2014/main" val="154712945"/>
                    </a:ext>
                  </a:extLst>
                </a:gridCol>
              </a:tblGrid>
              <a:tr h="370840">
                <a:tc>
                  <a:txBody>
                    <a:bodyPr/>
                    <a:lstStyle/>
                    <a:p>
                      <a:pPr algn="ctr"/>
                      <a:r>
                        <a:rPr lang="en-US" dirty="0"/>
                        <a:t>Weak</a:t>
                      </a:r>
                      <a:endParaRPr lang="en-IN" dirty="0"/>
                    </a:p>
                  </a:txBody>
                  <a:tcPr/>
                </a:tc>
                <a:tc>
                  <a:txBody>
                    <a:bodyPr/>
                    <a:lstStyle/>
                    <a:p>
                      <a:pPr algn="ctr"/>
                      <a:r>
                        <a:rPr lang="en-US" dirty="0"/>
                        <a:t>Work</a:t>
                      </a:r>
                      <a:endParaRPr lang="en-IN" dirty="0"/>
                    </a:p>
                  </a:txBody>
                  <a:tcPr/>
                </a:tc>
                <a:tc>
                  <a:txBody>
                    <a:bodyPr/>
                    <a:lstStyle/>
                    <a:p>
                      <a:pPr algn="ctr"/>
                      <a:r>
                        <a:rPr lang="en-US" dirty="0"/>
                        <a:t>Status</a:t>
                      </a:r>
                      <a:endParaRPr lang="en-IN" dirty="0"/>
                    </a:p>
                  </a:txBody>
                  <a:tcPr/>
                </a:tc>
                <a:extLst>
                  <a:ext uri="{0D108BD9-81ED-4DB2-BD59-A6C34878D82A}">
                    <a16:rowId xmlns:a16="http://schemas.microsoft.com/office/drawing/2014/main" val="3712911653"/>
                  </a:ext>
                </a:extLst>
              </a:tr>
              <a:tr h="370840">
                <a:tc>
                  <a:txBody>
                    <a:bodyPr/>
                    <a:lstStyle/>
                    <a:p>
                      <a:r>
                        <a:rPr lang="en-US" dirty="0"/>
                        <a:t>Week 1</a:t>
                      </a:r>
                      <a:endParaRPr lang="en-IN" dirty="0"/>
                    </a:p>
                  </a:txBody>
                  <a:tcPr/>
                </a:tc>
                <a:tc>
                  <a:txBody>
                    <a:bodyPr/>
                    <a:lstStyle/>
                    <a:p>
                      <a:r>
                        <a:rPr lang="en-US" dirty="0"/>
                        <a:t>Project Scope &amp; Feasibility, Research paper &amp; Article </a:t>
                      </a:r>
                      <a:endParaRPr lang="en-IN" dirty="0"/>
                    </a:p>
                  </a:txBody>
                  <a:tcPr/>
                </a:tc>
                <a:tc>
                  <a:txBody>
                    <a:bodyPr/>
                    <a:lstStyle/>
                    <a:p>
                      <a:r>
                        <a:rPr lang="en-US" dirty="0"/>
                        <a:t>Completed</a:t>
                      </a:r>
                      <a:endParaRPr lang="en-IN" dirty="0"/>
                    </a:p>
                  </a:txBody>
                  <a:tcPr/>
                </a:tc>
                <a:extLst>
                  <a:ext uri="{0D108BD9-81ED-4DB2-BD59-A6C34878D82A}">
                    <a16:rowId xmlns:a16="http://schemas.microsoft.com/office/drawing/2014/main" val="2927220791"/>
                  </a:ext>
                </a:extLst>
              </a:tr>
              <a:tr h="370840">
                <a:tc>
                  <a:txBody>
                    <a:bodyPr/>
                    <a:lstStyle/>
                    <a:p>
                      <a:r>
                        <a:rPr lang="en-US" dirty="0"/>
                        <a:t>Week 2</a:t>
                      </a:r>
                      <a:endParaRPr lang="en-IN" dirty="0"/>
                    </a:p>
                  </a:txBody>
                  <a:tcPr/>
                </a:tc>
                <a:tc>
                  <a:txBody>
                    <a:bodyPr/>
                    <a:lstStyle/>
                    <a:p>
                      <a:r>
                        <a:rPr lang="en-US" dirty="0"/>
                        <a:t>Dataset Collection &amp; Sample Pattern Recognition </a:t>
                      </a:r>
                      <a:endParaRPr lang="en-IN" dirty="0"/>
                    </a:p>
                  </a:txBody>
                  <a:tcPr/>
                </a:tc>
                <a:tc>
                  <a:txBody>
                    <a:bodyPr/>
                    <a:lstStyle/>
                    <a:p>
                      <a:r>
                        <a:rPr lang="en-US" dirty="0"/>
                        <a:t>Completed</a:t>
                      </a:r>
                      <a:endParaRPr lang="en-IN" dirty="0"/>
                    </a:p>
                  </a:txBody>
                  <a:tcPr/>
                </a:tc>
                <a:extLst>
                  <a:ext uri="{0D108BD9-81ED-4DB2-BD59-A6C34878D82A}">
                    <a16:rowId xmlns:a16="http://schemas.microsoft.com/office/drawing/2014/main" val="878108161"/>
                  </a:ext>
                </a:extLst>
              </a:tr>
              <a:tr h="370840">
                <a:tc>
                  <a:txBody>
                    <a:bodyPr/>
                    <a:lstStyle/>
                    <a:p>
                      <a:r>
                        <a:rPr lang="en-US" dirty="0"/>
                        <a:t>Week 3</a:t>
                      </a:r>
                      <a:endParaRPr lang="en-IN" dirty="0"/>
                    </a:p>
                  </a:txBody>
                  <a:tcPr/>
                </a:tc>
                <a:tc>
                  <a:txBody>
                    <a:bodyPr/>
                    <a:lstStyle/>
                    <a:p>
                      <a:r>
                        <a:rPr lang="en-US" dirty="0"/>
                        <a:t>Image Classification Techniques; Version Control Setup  </a:t>
                      </a:r>
                      <a:endParaRPr lang="en-IN" dirty="0"/>
                    </a:p>
                  </a:txBody>
                  <a:tcPr/>
                </a:tc>
                <a:tc>
                  <a:txBody>
                    <a:bodyPr/>
                    <a:lstStyle/>
                    <a:p>
                      <a:r>
                        <a:rPr lang="en-US" dirty="0"/>
                        <a:t>Completed</a:t>
                      </a:r>
                      <a:endParaRPr lang="en-IN" dirty="0"/>
                    </a:p>
                  </a:txBody>
                  <a:tcPr/>
                </a:tc>
                <a:extLst>
                  <a:ext uri="{0D108BD9-81ED-4DB2-BD59-A6C34878D82A}">
                    <a16:rowId xmlns:a16="http://schemas.microsoft.com/office/drawing/2014/main" val="228503195"/>
                  </a:ext>
                </a:extLst>
              </a:tr>
              <a:tr h="370840">
                <a:tc>
                  <a:txBody>
                    <a:bodyPr/>
                    <a:lstStyle/>
                    <a:p>
                      <a:r>
                        <a:rPr lang="en-US" dirty="0"/>
                        <a:t>Week 4</a:t>
                      </a:r>
                    </a:p>
                  </a:txBody>
                  <a:tcPr/>
                </a:tc>
                <a:tc>
                  <a:txBody>
                    <a:bodyPr/>
                    <a:lstStyle/>
                    <a:p>
                      <a:r>
                        <a:rPr lang="en-US" dirty="0"/>
                        <a:t>Pre-processing (greyscale conversion/normalization)</a:t>
                      </a:r>
                      <a:endParaRPr lang="en-IN" dirty="0"/>
                    </a:p>
                  </a:txBody>
                  <a:tcPr/>
                </a:tc>
                <a:tc>
                  <a:txBody>
                    <a:bodyPr/>
                    <a:lstStyle/>
                    <a:p>
                      <a:r>
                        <a:rPr lang="en-US" dirty="0"/>
                        <a:t>Completed</a:t>
                      </a:r>
                      <a:endParaRPr lang="en-IN" dirty="0"/>
                    </a:p>
                  </a:txBody>
                  <a:tcPr/>
                </a:tc>
                <a:extLst>
                  <a:ext uri="{0D108BD9-81ED-4DB2-BD59-A6C34878D82A}">
                    <a16:rowId xmlns:a16="http://schemas.microsoft.com/office/drawing/2014/main" val="3028897548"/>
                  </a:ext>
                </a:extLst>
              </a:tr>
              <a:tr h="370840">
                <a:tc>
                  <a:txBody>
                    <a:bodyPr/>
                    <a:lstStyle/>
                    <a:p>
                      <a:r>
                        <a:rPr lang="en-US" dirty="0"/>
                        <a:t>Week 5</a:t>
                      </a:r>
                      <a:endParaRPr lang="en-IN"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One-Hot Encoding </a:t>
                      </a:r>
                      <a:r>
                        <a:rPr kumimoji="0" lang="en-IN" b="0" kern="1200" dirty="0">
                          <a:solidFill>
                            <a:schemeClr val="dk1"/>
                          </a:solidFill>
                          <a:effectLst/>
                          <a:latin typeface="+mn-lt"/>
                          <a:ea typeface="+mn-ea"/>
                          <a:cs typeface="+mn-cs"/>
                        </a:rPr>
                        <a:t>Standardization</a:t>
                      </a:r>
                      <a:r>
                        <a:rPr lang="en-US" dirty="0"/>
                        <a:t>; 80-10-10 Splitting</a:t>
                      </a:r>
                      <a:endParaRPr lang="en-IN" dirty="0"/>
                    </a:p>
                  </a:txBody>
                  <a:tcPr/>
                </a:tc>
                <a:tc>
                  <a:txBody>
                    <a:bodyPr/>
                    <a:lstStyle/>
                    <a:p>
                      <a:r>
                        <a:rPr lang="en-US" dirty="0"/>
                        <a:t>Completed</a:t>
                      </a:r>
                      <a:endParaRPr lang="en-IN" dirty="0"/>
                    </a:p>
                  </a:txBody>
                  <a:tcPr/>
                </a:tc>
                <a:extLst>
                  <a:ext uri="{0D108BD9-81ED-4DB2-BD59-A6C34878D82A}">
                    <a16:rowId xmlns:a16="http://schemas.microsoft.com/office/drawing/2014/main" val="2403719819"/>
                  </a:ext>
                </a:extLst>
              </a:tr>
              <a:tr h="370840">
                <a:tc>
                  <a:txBody>
                    <a:bodyPr/>
                    <a:lstStyle/>
                    <a:p>
                      <a:r>
                        <a:rPr lang="en-US" dirty="0"/>
                        <a:t>Week 6</a:t>
                      </a:r>
                      <a:endParaRPr lang="en-IN" dirty="0"/>
                    </a:p>
                  </a:txBody>
                  <a:tcPr/>
                </a:tc>
                <a:tc>
                  <a:txBody>
                    <a:bodyPr/>
                    <a:lstStyle/>
                    <a:p>
                      <a:r>
                        <a:rPr lang="en-US" dirty="0"/>
                        <a:t>Data Augmentation (using </a:t>
                      </a:r>
                      <a:r>
                        <a:rPr lang="en-US" dirty="0" err="1"/>
                        <a:t>Keras</a:t>
                      </a:r>
                      <a:r>
                        <a:rPr lang="en-US" dirty="0"/>
                        <a:t> </a:t>
                      </a:r>
                      <a:r>
                        <a:rPr lang="en-US" dirty="0" err="1"/>
                        <a:t>imageDataGenerator</a:t>
                      </a:r>
                      <a:r>
                        <a:rPr lang="en-US" dirty="0"/>
                        <a:t>)</a:t>
                      </a:r>
                      <a:endParaRPr lang="en-IN" dirty="0"/>
                    </a:p>
                  </a:txBody>
                  <a:tcPr/>
                </a:tc>
                <a:tc>
                  <a:txBody>
                    <a:bodyPr/>
                    <a:lstStyle/>
                    <a:p>
                      <a:r>
                        <a:rPr lang="en-US" dirty="0"/>
                        <a:t>Completed</a:t>
                      </a:r>
                      <a:endParaRPr lang="en-IN" dirty="0"/>
                    </a:p>
                  </a:txBody>
                  <a:tcPr/>
                </a:tc>
                <a:extLst>
                  <a:ext uri="{0D108BD9-81ED-4DB2-BD59-A6C34878D82A}">
                    <a16:rowId xmlns:a16="http://schemas.microsoft.com/office/drawing/2014/main" val="1982304645"/>
                  </a:ext>
                </a:extLst>
              </a:tr>
              <a:tr h="370840">
                <a:tc>
                  <a:txBody>
                    <a:bodyPr/>
                    <a:lstStyle/>
                    <a:p>
                      <a:r>
                        <a:rPr lang="en-US" dirty="0"/>
                        <a:t>Week 8</a:t>
                      </a:r>
                      <a:endParaRPr lang="en-IN"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Model Building Phase (Custom CNN architecture)</a:t>
                      </a:r>
                      <a:endParaRPr lang="en-IN" dirty="0"/>
                    </a:p>
                  </a:txBody>
                  <a:tcPr/>
                </a:tc>
                <a:tc>
                  <a:txBody>
                    <a:bodyPr/>
                    <a:lstStyle/>
                    <a:p>
                      <a:r>
                        <a:rPr lang="en-US" dirty="0"/>
                        <a:t>Completed</a:t>
                      </a:r>
                      <a:endParaRPr lang="en-IN" dirty="0"/>
                    </a:p>
                  </a:txBody>
                  <a:tcPr/>
                </a:tc>
                <a:extLst>
                  <a:ext uri="{0D108BD9-81ED-4DB2-BD59-A6C34878D82A}">
                    <a16:rowId xmlns:a16="http://schemas.microsoft.com/office/drawing/2014/main" val="3316786354"/>
                  </a:ext>
                </a:extLst>
              </a:tr>
              <a:tr h="370840">
                <a:tc>
                  <a:txBody>
                    <a:bodyPr/>
                    <a:lstStyle/>
                    <a:p>
                      <a:r>
                        <a:rPr lang="en-US" dirty="0"/>
                        <a:t>Week 9</a:t>
                      </a:r>
                      <a:endParaRPr lang="en-IN" dirty="0"/>
                    </a:p>
                  </a:txBody>
                  <a:tcPr/>
                </a:tc>
                <a:tc>
                  <a:txBody>
                    <a:bodyPr/>
                    <a:lstStyle/>
                    <a:p>
                      <a:r>
                        <a:rPr lang="en-US" dirty="0"/>
                        <a:t>Model Training Phase ( Early Stopping Technique)</a:t>
                      </a:r>
                      <a:endParaRPr lang="en-IN" dirty="0"/>
                    </a:p>
                  </a:txBody>
                  <a:tcPr/>
                </a:tc>
                <a:tc>
                  <a:txBody>
                    <a:bodyPr/>
                    <a:lstStyle/>
                    <a:p>
                      <a:r>
                        <a:rPr lang="en-US" dirty="0"/>
                        <a:t>Completed</a:t>
                      </a:r>
                      <a:endParaRPr lang="en-IN" dirty="0"/>
                    </a:p>
                  </a:txBody>
                  <a:tcPr/>
                </a:tc>
                <a:extLst>
                  <a:ext uri="{0D108BD9-81ED-4DB2-BD59-A6C34878D82A}">
                    <a16:rowId xmlns:a16="http://schemas.microsoft.com/office/drawing/2014/main" val="3585823411"/>
                  </a:ext>
                </a:extLst>
              </a:tr>
              <a:tr h="370840">
                <a:tc>
                  <a:txBody>
                    <a:bodyPr/>
                    <a:lstStyle/>
                    <a:p>
                      <a:r>
                        <a:rPr lang="en-US" dirty="0"/>
                        <a:t>Week 10</a:t>
                      </a:r>
                      <a:endParaRPr lang="en-IN" dirty="0"/>
                    </a:p>
                  </a:txBody>
                  <a:tcPr/>
                </a:tc>
                <a:tc>
                  <a:txBody>
                    <a:bodyPr/>
                    <a:lstStyle/>
                    <a:p>
                      <a:r>
                        <a:rPr lang="en-US" dirty="0"/>
                        <a:t>Accuracy/Loss Curve; Confusion Matrix Visualization</a:t>
                      </a:r>
                      <a:endParaRPr lang="en-IN" dirty="0"/>
                    </a:p>
                  </a:txBody>
                  <a:tcPr/>
                </a:tc>
                <a:tc>
                  <a:txBody>
                    <a:bodyPr/>
                    <a:lstStyle/>
                    <a:p>
                      <a:r>
                        <a:rPr lang="en-US" dirty="0"/>
                        <a:t>Completed</a:t>
                      </a:r>
                      <a:endParaRPr lang="en-IN" dirty="0"/>
                    </a:p>
                  </a:txBody>
                  <a:tcPr/>
                </a:tc>
                <a:extLst>
                  <a:ext uri="{0D108BD9-81ED-4DB2-BD59-A6C34878D82A}">
                    <a16:rowId xmlns:a16="http://schemas.microsoft.com/office/drawing/2014/main" val="2793572969"/>
                  </a:ext>
                </a:extLst>
              </a:tr>
              <a:tr h="370840">
                <a:tc>
                  <a:txBody>
                    <a:bodyPr/>
                    <a:lstStyle/>
                    <a:p>
                      <a:r>
                        <a:rPr lang="en-US" dirty="0"/>
                        <a:t>Week 11</a:t>
                      </a:r>
                      <a:endParaRPr lang="en-IN" dirty="0"/>
                    </a:p>
                  </a:txBody>
                  <a:tcPr/>
                </a:tc>
                <a:tc>
                  <a:txBody>
                    <a:bodyPr/>
                    <a:lstStyle/>
                    <a:p>
                      <a:r>
                        <a:rPr lang="en-US" dirty="0"/>
                        <a:t>Fixing Class Imbalance; Optimizing the Model accuracy</a:t>
                      </a:r>
                      <a:endParaRPr lang="en-IN" dirty="0"/>
                    </a:p>
                  </a:txBody>
                  <a:tcPr/>
                </a:tc>
                <a:tc>
                  <a:txBody>
                    <a:bodyPr/>
                    <a:lstStyle/>
                    <a:p>
                      <a:r>
                        <a:rPr lang="en-US" dirty="0"/>
                        <a:t>Completed</a:t>
                      </a:r>
                      <a:endParaRPr lang="en-IN" dirty="0"/>
                    </a:p>
                  </a:txBody>
                  <a:tcPr/>
                </a:tc>
                <a:extLst>
                  <a:ext uri="{0D108BD9-81ED-4DB2-BD59-A6C34878D82A}">
                    <a16:rowId xmlns:a16="http://schemas.microsoft.com/office/drawing/2014/main" val="127355698"/>
                  </a:ext>
                </a:extLst>
              </a:tr>
              <a:tr h="370840">
                <a:tc>
                  <a:txBody>
                    <a:bodyPr/>
                    <a:lstStyle/>
                    <a:p>
                      <a:r>
                        <a:rPr lang="en-US" dirty="0"/>
                        <a:t>Week 12</a:t>
                      </a:r>
                      <a:endParaRPr lang="en-IN" dirty="0"/>
                    </a:p>
                  </a:txBody>
                  <a:tcPr/>
                </a:tc>
                <a:tc>
                  <a:txBody>
                    <a:bodyPr/>
                    <a:lstStyle/>
                    <a:p>
                      <a:r>
                        <a:rPr lang="en-US" dirty="0"/>
                        <a:t>Build real-time webcam emotion detection</a:t>
                      </a:r>
                      <a:endParaRPr lang="en-IN" dirty="0"/>
                    </a:p>
                  </a:txBody>
                  <a:tcPr/>
                </a:tc>
                <a:tc>
                  <a:txBody>
                    <a:bodyPr/>
                    <a:lstStyle/>
                    <a:p>
                      <a:r>
                        <a:rPr lang="en-US" dirty="0"/>
                        <a:t>Completed</a:t>
                      </a:r>
                      <a:endParaRPr lang="en-IN" dirty="0"/>
                    </a:p>
                  </a:txBody>
                  <a:tcPr/>
                </a:tc>
                <a:extLst>
                  <a:ext uri="{0D108BD9-81ED-4DB2-BD59-A6C34878D82A}">
                    <a16:rowId xmlns:a16="http://schemas.microsoft.com/office/drawing/2014/main" val="3638685058"/>
                  </a:ext>
                </a:extLst>
              </a:tr>
              <a:tr h="370840">
                <a:tc>
                  <a:txBody>
                    <a:bodyPr/>
                    <a:lstStyle/>
                    <a:p>
                      <a:r>
                        <a:rPr lang="en-US" dirty="0"/>
                        <a:t>Week 13</a:t>
                      </a:r>
                      <a:endParaRPr lang="en-IN" dirty="0"/>
                    </a:p>
                  </a:txBody>
                  <a:tcPr/>
                </a:tc>
                <a:tc>
                  <a:txBody>
                    <a:bodyPr/>
                    <a:lstStyle/>
                    <a:p>
                      <a:r>
                        <a:rPr lang="en-US" dirty="0"/>
                        <a:t>Integrate Final model; Project Result/Report Documentation</a:t>
                      </a:r>
                      <a:endParaRPr lang="en-IN" dirty="0"/>
                    </a:p>
                  </a:txBody>
                  <a:tcPr/>
                </a:tc>
                <a:tc>
                  <a:txBody>
                    <a:bodyPr/>
                    <a:lstStyle/>
                    <a:p>
                      <a:r>
                        <a:rPr lang="en-US" dirty="0"/>
                        <a:t>Completed</a:t>
                      </a:r>
                      <a:endParaRPr lang="en-IN" dirty="0"/>
                    </a:p>
                  </a:txBody>
                  <a:tcPr/>
                </a:tc>
                <a:extLst>
                  <a:ext uri="{0D108BD9-81ED-4DB2-BD59-A6C34878D82A}">
                    <a16:rowId xmlns:a16="http://schemas.microsoft.com/office/drawing/2014/main" val="3401780989"/>
                  </a:ext>
                </a:extLst>
              </a:tr>
            </a:tbl>
          </a:graphicData>
        </a:graphic>
      </p:graphicFrame>
      <p:sp>
        <p:nvSpPr>
          <p:cNvPr id="4" name="Slide Number Placeholder 3">
            <a:extLst>
              <a:ext uri="{FF2B5EF4-FFF2-40B4-BE49-F238E27FC236}">
                <a16:creationId xmlns:a16="http://schemas.microsoft.com/office/drawing/2014/main" id="{CDB00CCD-EA4C-B9E6-DF96-4DF6D854A897}"/>
              </a:ext>
            </a:extLst>
          </p:cNvPr>
          <p:cNvSpPr>
            <a:spLocks noGrp="1"/>
          </p:cNvSpPr>
          <p:nvPr>
            <p:ph type="sldNum" sz="quarter" idx="12"/>
          </p:nvPr>
        </p:nvSpPr>
        <p:spPr/>
        <p:txBody>
          <a:bodyPr>
            <a:normAutofit fontScale="85000" lnSpcReduction="20000"/>
          </a:bodyPr>
          <a:lstStyle/>
          <a:p>
            <a:fld id="{B6F15528-21DE-4FAA-801E-634DDDAF4B2B}" type="slidenum">
              <a:rPr lang="en-US" smtClean="0"/>
              <a:pPr/>
              <a:t>5</a:t>
            </a:fld>
            <a:endParaRPr lang="en-US"/>
          </a:p>
        </p:txBody>
      </p:sp>
    </p:spTree>
    <p:extLst>
      <p:ext uri="{BB962C8B-B14F-4D97-AF65-F5344CB8AC3E}">
        <p14:creationId xmlns:p14="http://schemas.microsoft.com/office/powerpoint/2010/main" val="343329861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608D7A-92DE-947F-C09B-8936A3CF444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108AD19-7A2C-A556-C05D-0406919EDF8E}"/>
              </a:ext>
            </a:extLst>
          </p:cNvPr>
          <p:cNvSpPr>
            <a:spLocks noGrp="1"/>
          </p:cNvSpPr>
          <p:nvPr>
            <p:ph type="title"/>
          </p:nvPr>
        </p:nvSpPr>
        <p:spPr/>
        <p:txBody>
          <a:bodyPr/>
          <a:lstStyle/>
          <a:p>
            <a:r>
              <a:rPr lang="en-US" b="1" u="sng" dirty="0"/>
              <a:t>Work Done</a:t>
            </a:r>
          </a:p>
        </p:txBody>
      </p:sp>
      <p:sp>
        <p:nvSpPr>
          <p:cNvPr id="4" name="Slide Number Placeholder 3">
            <a:extLst>
              <a:ext uri="{FF2B5EF4-FFF2-40B4-BE49-F238E27FC236}">
                <a16:creationId xmlns:a16="http://schemas.microsoft.com/office/drawing/2014/main" id="{67A4D7F0-B1B1-1CD9-FCEA-FA76D93F9E4D}"/>
              </a:ext>
            </a:extLst>
          </p:cNvPr>
          <p:cNvSpPr>
            <a:spLocks noGrp="1"/>
          </p:cNvSpPr>
          <p:nvPr>
            <p:ph type="sldNum" sz="quarter" idx="12"/>
          </p:nvPr>
        </p:nvSpPr>
        <p:spPr/>
        <p:txBody>
          <a:bodyPr>
            <a:normAutofit fontScale="85000" lnSpcReduction="20000"/>
          </a:bodyPr>
          <a:lstStyle/>
          <a:p>
            <a:fld id="{B6F15528-21DE-4FAA-801E-634DDDAF4B2B}" type="slidenum">
              <a:rPr lang="en-US" smtClean="0"/>
              <a:pPr/>
              <a:t>6</a:t>
            </a:fld>
            <a:endParaRPr lang="en-US"/>
          </a:p>
        </p:txBody>
      </p:sp>
      <p:sp>
        <p:nvSpPr>
          <p:cNvPr id="21" name="Content Placeholder 20">
            <a:extLst>
              <a:ext uri="{FF2B5EF4-FFF2-40B4-BE49-F238E27FC236}">
                <a16:creationId xmlns:a16="http://schemas.microsoft.com/office/drawing/2014/main" id="{6EE0E1B8-B22B-6DA2-B4C3-56E5C3A894DC}"/>
              </a:ext>
            </a:extLst>
          </p:cNvPr>
          <p:cNvSpPr>
            <a:spLocks noGrp="1"/>
          </p:cNvSpPr>
          <p:nvPr>
            <p:ph sz="quarter" idx="1"/>
          </p:nvPr>
        </p:nvSpPr>
        <p:spPr>
          <a:xfrm>
            <a:off x="609600" y="1676400"/>
            <a:ext cx="8153400" cy="4495800"/>
          </a:xfrm>
        </p:spPr>
        <p:txBody>
          <a:bodyPr>
            <a:normAutofit fontScale="77500" lnSpcReduction="20000"/>
          </a:bodyPr>
          <a:lstStyle/>
          <a:p>
            <a:r>
              <a:rPr lang="en-US" sz="3200" dirty="0"/>
              <a:t>Developed and optimized a CNN model (filters reduced from 512 → 256) with </a:t>
            </a:r>
            <a:r>
              <a:rPr lang="en-US" sz="3200" dirty="0" err="1"/>
              <a:t>BatchNorm</a:t>
            </a:r>
            <a:r>
              <a:rPr lang="en-US" sz="3200" dirty="0"/>
              <a:t> and Dropout.</a:t>
            </a:r>
          </a:p>
          <a:p>
            <a:r>
              <a:rPr lang="en-US" sz="3200" dirty="0"/>
              <a:t>Implemented training strategies using </a:t>
            </a:r>
            <a:r>
              <a:rPr lang="en-US" sz="3200" dirty="0" err="1"/>
              <a:t>EarlyStopping</a:t>
            </a:r>
            <a:r>
              <a:rPr lang="en-US" sz="3200" dirty="0"/>
              <a:t> (patience=5) and </a:t>
            </a:r>
            <a:r>
              <a:rPr lang="en-US" sz="3200" dirty="0" err="1"/>
              <a:t>ModelCheckpoint</a:t>
            </a:r>
            <a:r>
              <a:rPr lang="en-US" sz="3200" dirty="0"/>
              <a:t> for adaptive learning.</a:t>
            </a:r>
          </a:p>
          <a:p>
            <a:r>
              <a:rPr lang="en-US" sz="3200" dirty="0"/>
              <a:t>Trained the model for </a:t>
            </a:r>
            <a:r>
              <a:rPr lang="en-US" sz="3200" i="1" dirty="0"/>
              <a:t>15 epochs</a:t>
            </a:r>
            <a:r>
              <a:rPr lang="en-US" sz="3200" dirty="0"/>
              <a:t>, achieving </a:t>
            </a:r>
            <a:r>
              <a:rPr lang="en-US" sz="3200" i="1" dirty="0"/>
              <a:t>52% training accuracy</a:t>
            </a:r>
            <a:r>
              <a:rPr lang="en-US" sz="3200" dirty="0"/>
              <a:t> and </a:t>
            </a:r>
            <a:r>
              <a:rPr lang="en-US" sz="3200" i="1" dirty="0"/>
              <a:t>53% validation </a:t>
            </a:r>
            <a:r>
              <a:rPr lang="en-US" sz="3200" dirty="0"/>
              <a:t>accuracy with </a:t>
            </a:r>
            <a:r>
              <a:rPr lang="en-US" sz="3200" i="1" dirty="0"/>
              <a:t>loss reduced from 4.0 to 1.45.</a:t>
            </a:r>
          </a:p>
          <a:p>
            <a:r>
              <a:rPr lang="en-US" sz="3200" dirty="0"/>
              <a:t>Evaluated model performance with </a:t>
            </a:r>
            <a:r>
              <a:rPr lang="en-US" sz="3200" i="1" dirty="0"/>
              <a:t>57.5% test accuracy </a:t>
            </a:r>
            <a:r>
              <a:rPr lang="en-US" sz="3200" dirty="0"/>
              <a:t>and weighted </a:t>
            </a:r>
            <a:r>
              <a:rPr lang="en-US" sz="3200" i="1" dirty="0"/>
              <a:t>F1-score of 0.553</a:t>
            </a:r>
            <a:r>
              <a:rPr lang="en-US" sz="3200" dirty="0"/>
              <a:t>, with best performance on “Happy” (F1=0.794).</a:t>
            </a:r>
          </a:p>
          <a:p>
            <a:r>
              <a:rPr lang="en-US" sz="3200" dirty="0"/>
              <a:t>Analyzed confusion matrix to identify class imbalance and misclassification patterns (e.g., Fear and Neutral frequently confused with Anger).</a:t>
            </a:r>
          </a:p>
          <a:p>
            <a:endParaRPr lang="en-US" sz="3200" dirty="0"/>
          </a:p>
          <a:p>
            <a:endParaRPr lang="en-US" sz="3200" dirty="0"/>
          </a:p>
          <a:p>
            <a:endParaRPr lang="en-IN" dirty="0"/>
          </a:p>
        </p:txBody>
      </p:sp>
    </p:spTree>
    <p:extLst>
      <p:ext uri="{BB962C8B-B14F-4D97-AF65-F5344CB8AC3E}">
        <p14:creationId xmlns:p14="http://schemas.microsoft.com/office/powerpoint/2010/main" val="175703471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69B1A1-CEF8-0A47-39F0-54EFEFB297F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66FFD02-D311-D57D-B3E8-7360786DC639}"/>
              </a:ext>
            </a:extLst>
          </p:cNvPr>
          <p:cNvSpPr>
            <a:spLocks noGrp="1"/>
          </p:cNvSpPr>
          <p:nvPr>
            <p:ph type="title"/>
          </p:nvPr>
        </p:nvSpPr>
        <p:spPr/>
        <p:txBody>
          <a:bodyPr/>
          <a:lstStyle/>
          <a:p>
            <a:r>
              <a:rPr lang="en-US" b="1" u="sng" dirty="0"/>
              <a:t>Dataset Details</a:t>
            </a:r>
          </a:p>
        </p:txBody>
      </p:sp>
      <p:sp>
        <p:nvSpPr>
          <p:cNvPr id="4" name="Slide Number Placeholder 3">
            <a:extLst>
              <a:ext uri="{FF2B5EF4-FFF2-40B4-BE49-F238E27FC236}">
                <a16:creationId xmlns:a16="http://schemas.microsoft.com/office/drawing/2014/main" id="{9683D901-0C8E-448A-D466-82C8C426500B}"/>
              </a:ext>
            </a:extLst>
          </p:cNvPr>
          <p:cNvSpPr>
            <a:spLocks noGrp="1"/>
          </p:cNvSpPr>
          <p:nvPr>
            <p:ph type="sldNum" sz="quarter" idx="12"/>
          </p:nvPr>
        </p:nvSpPr>
        <p:spPr/>
        <p:txBody>
          <a:bodyPr>
            <a:normAutofit fontScale="85000" lnSpcReduction="20000"/>
          </a:bodyPr>
          <a:lstStyle/>
          <a:p>
            <a:fld id="{B6F15528-21DE-4FAA-801E-634DDDAF4B2B}" type="slidenum">
              <a:rPr lang="en-US" smtClean="0"/>
              <a:pPr/>
              <a:t>7</a:t>
            </a:fld>
            <a:endParaRPr lang="en-US"/>
          </a:p>
        </p:txBody>
      </p:sp>
      <p:sp>
        <p:nvSpPr>
          <p:cNvPr id="21" name="Content Placeholder 20">
            <a:extLst>
              <a:ext uri="{FF2B5EF4-FFF2-40B4-BE49-F238E27FC236}">
                <a16:creationId xmlns:a16="http://schemas.microsoft.com/office/drawing/2014/main" id="{A71899BE-0EDE-F120-B5EB-7A808085A9E1}"/>
              </a:ext>
            </a:extLst>
          </p:cNvPr>
          <p:cNvSpPr>
            <a:spLocks noGrp="1"/>
          </p:cNvSpPr>
          <p:nvPr>
            <p:ph sz="quarter" idx="1"/>
          </p:nvPr>
        </p:nvSpPr>
        <p:spPr>
          <a:xfrm>
            <a:off x="609600" y="1676400"/>
            <a:ext cx="8153400" cy="4495800"/>
          </a:xfrm>
        </p:spPr>
        <p:txBody>
          <a:bodyPr>
            <a:normAutofit fontScale="92500"/>
          </a:bodyPr>
          <a:lstStyle/>
          <a:p>
            <a:pPr fontAlgn="base"/>
            <a:r>
              <a:rPr lang="en-US" sz="3200" dirty="0"/>
              <a:t>The data consists of 48x48 pixel images of faces. The task is to categorize each face based on the emotion shown in the facial expression into one of seven categories (0=Angry, 1=Disgust, 2=Fear, 3=Happy, 4=Sad, 5=Surprise, 6=Neutral). </a:t>
            </a:r>
          </a:p>
          <a:p>
            <a:pPr fontAlgn="base"/>
            <a:r>
              <a:rPr lang="en-US" sz="3200" dirty="0"/>
              <a:t>The training set consists of 28,709 examples and the public test set consists of 3,589 examples.</a:t>
            </a:r>
            <a:endParaRPr lang="en-IN" sz="3200" dirty="0"/>
          </a:p>
          <a:p>
            <a:pPr algn="just">
              <a:lnSpc>
                <a:spcPct val="150000"/>
              </a:lnSpc>
            </a:pPr>
            <a:r>
              <a:rPr lang="en-IN" sz="3200" dirty="0">
                <a:solidFill>
                  <a:srgbClr val="0097A7"/>
                </a:solidFill>
              </a:rPr>
              <a:t>FER2013</a:t>
            </a:r>
            <a:r>
              <a:rPr lang="en-IN" sz="3200" dirty="0">
                <a:solidFill>
                  <a:srgbClr val="0097A7"/>
                </a:solidFill>
                <a:hlinkClick r:id="rId2">
                  <a:extLst>
                    <a:ext uri="{A12FA001-AC4F-418D-AE19-62706E023703}">
                      <ahyp:hlinkClr xmlns:ahyp="http://schemas.microsoft.com/office/drawing/2018/hyperlinkcolor" val="tx"/>
                    </a:ext>
                  </a:extLst>
                </a:hlinkClick>
              </a:rPr>
              <a:t> </a:t>
            </a:r>
            <a:r>
              <a:rPr lang="en-IN" sz="3200" dirty="0">
                <a:solidFill>
                  <a:srgbClr val="0097A7"/>
                </a:solidFill>
              </a:rPr>
              <a:t> </a:t>
            </a:r>
            <a:r>
              <a:rPr lang="en-IN" sz="3200" dirty="0"/>
              <a:t>Dataset  – Link to Kaggle Dataset</a:t>
            </a:r>
            <a:endParaRPr lang="en-US" sz="3200" dirty="0"/>
          </a:p>
          <a:p>
            <a:endParaRPr lang="en-US" sz="3200" dirty="0"/>
          </a:p>
          <a:p>
            <a:endParaRPr lang="en-IN" dirty="0"/>
          </a:p>
        </p:txBody>
      </p:sp>
    </p:spTree>
    <p:extLst>
      <p:ext uri="{BB962C8B-B14F-4D97-AF65-F5344CB8AC3E}">
        <p14:creationId xmlns:p14="http://schemas.microsoft.com/office/powerpoint/2010/main" val="2835889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F97E14-5FFA-C1C8-C530-A56BA17D32D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8115697-1223-52E2-C781-192EF8750C2A}"/>
              </a:ext>
            </a:extLst>
          </p:cNvPr>
          <p:cNvSpPr>
            <a:spLocks noGrp="1"/>
          </p:cNvSpPr>
          <p:nvPr>
            <p:ph type="title"/>
          </p:nvPr>
        </p:nvSpPr>
        <p:spPr/>
        <p:txBody>
          <a:bodyPr/>
          <a:lstStyle/>
          <a:p>
            <a:r>
              <a:rPr lang="en-US" b="1" u="sng" dirty="0"/>
              <a:t>Visualizing Dataset</a:t>
            </a:r>
          </a:p>
        </p:txBody>
      </p:sp>
      <p:sp>
        <p:nvSpPr>
          <p:cNvPr id="4" name="Slide Number Placeholder 3">
            <a:extLst>
              <a:ext uri="{FF2B5EF4-FFF2-40B4-BE49-F238E27FC236}">
                <a16:creationId xmlns:a16="http://schemas.microsoft.com/office/drawing/2014/main" id="{26E90B40-60D8-D55D-7482-8C3EB92952FB}"/>
              </a:ext>
            </a:extLst>
          </p:cNvPr>
          <p:cNvSpPr>
            <a:spLocks noGrp="1"/>
          </p:cNvSpPr>
          <p:nvPr>
            <p:ph type="sldNum" sz="quarter" idx="12"/>
          </p:nvPr>
        </p:nvSpPr>
        <p:spPr/>
        <p:txBody>
          <a:bodyPr>
            <a:normAutofit fontScale="85000" lnSpcReduction="20000"/>
          </a:bodyPr>
          <a:lstStyle/>
          <a:p>
            <a:fld id="{B6F15528-21DE-4FAA-801E-634DDDAF4B2B}" type="slidenum">
              <a:rPr lang="en-US" smtClean="0"/>
              <a:pPr/>
              <a:t>8</a:t>
            </a:fld>
            <a:endParaRPr lang="en-US"/>
          </a:p>
        </p:txBody>
      </p:sp>
      <p:pic>
        <p:nvPicPr>
          <p:cNvPr id="9" name="Content Placeholder 8">
            <a:extLst>
              <a:ext uri="{FF2B5EF4-FFF2-40B4-BE49-F238E27FC236}">
                <a16:creationId xmlns:a16="http://schemas.microsoft.com/office/drawing/2014/main" id="{EDAE1B94-957E-0BDD-D9EB-E7C3C1F9A1C6}"/>
              </a:ext>
            </a:extLst>
          </p:cNvPr>
          <p:cNvPicPr>
            <a:picLocks noGrp="1" noChangeAspect="1"/>
          </p:cNvPicPr>
          <p:nvPr>
            <p:ph sz="quarter" idx="1"/>
          </p:nvPr>
        </p:nvPicPr>
        <p:blipFill>
          <a:blip r:embed="rId2">
            <a:extLst>
              <a:ext uri="{28A0092B-C50C-407E-A947-70E740481C1C}">
                <a14:useLocalDpi xmlns:a14="http://schemas.microsoft.com/office/drawing/2010/main" val="0"/>
              </a:ext>
            </a:extLst>
          </a:blip>
          <a:stretch>
            <a:fillRect/>
          </a:stretch>
        </p:blipFill>
        <p:spPr>
          <a:xfrm>
            <a:off x="1096675" y="1654517"/>
            <a:ext cx="6950650" cy="4974883"/>
          </a:xfrm>
          <a:prstGeom prst="rect">
            <a:avLst/>
          </a:prstGeom>
        </p:spPr>
      </p:pic>
    </p:spTree>
    <p:extLst>
      <p:ext uri="{BB962C8B-B14F-4D97-AF65-F5344CB8AC3E}">
        <p14:creationId xmlns:p14="http://schemas.microsoft.com/office/powerpoint/2010/main" val="127611844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11CC79-04D6-137D-7E94-5A7E5CD7656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C686463-FA96-A866-3CDD-0C1FC779A518}"/>
              </a:ext>
            </a:extLst>
          </p:cNvPr>
          <p:cNvSpPr>
            <a:spLocks noGrp="1"/>
          </p:cNvSpPr>
          <p:nvPr>
            <p:ph type="title"/>
          </p:nvPr>
        </p:nvSpPr>
        <p:spPr/>
        <p:txBody>
          <a:bodyPr/>
          <a:lstStyle/>
          <a:p>
            <a:r>
              <a:rPr lang="en-US" b="1" u="sng" dirty="0"/>
              <a:t>Visualizing Sample Images</a:t>
            </a:r>
          </a:p>
        </p:txBody>
      </p:sp>
      <p:sp>
        <p:nvSpPr>
          <p:cNvPr id="4" name="Slide Number Placeholder 3">
            <a:extLst>
              <a:ext uri="{FF2B5EF4-FFF2-40B4-BE49-F238E27FC236}">
                <a16:creationId xmlns:a16="http://schemas.microsoft.com/office/drawing/2014/main" id="{CA7986B6-34D7-F0F8-C9A8-1C58FE092673}"/>
              </a:ext>
            </a:extLst>
          </p:cNvPr>
          <p:cNvSpPr>
            <a:spLocks noGrp="1"/>
          </p:cNvSpPr>
          <p:nvPr>
            <p:ph type="sldNum" sz="quarter" idx="12"/>
          </p:nvPr>
        </p:nvSpPr>
        <p:spPr/>
        <p:txBody>
          <a:bodyPr>
            <a:normAutofit fontScale="85000" lnSpcReduction="20000"/>
          </a:bodyPr>
          <a:lstStyle/>
          <a:p>
            <a:fld id="{B6F15528-21DE-4FAA-801E-634DDDAF4B2B}" type="slidenum">
              <a:rPr lang="en-US" smtClean="0"/>
              <a:pPr/>
              <a:t>9</a:t>
            </a:fld>
            <a:endParaRPr lang="en-US"/>
          </a:p>
        </p:txBody>
      </p:sp>
      <p:pic>
        <p:nvPicPr>
          <p:cNvPr id="7" name="Content Placeholder 6">
            <a:extLst>
              <a:ext uri="{FF2B5EF4-FFF2-40B4-BE49-F238E27FC236}">
                <a16:creationId xmlns:a16="http://schemas.microsoft.com/office/drawing/2014/main" id="{58D2846C-C54B-A6F9-4CB7-9C29C68AE888}"/>
              </a:ext>
            </a:extLst>
          </p:cNvPr>
          <p:cNvPicPr>
            <a:picLocks noGrp="1" noChangeAspect="1"/>
          </p:cNvPicPr>
          <p:nvPr>
            <p:ph sz="quarter" idx="1"/>
          </p:nvPr>
        </p:nvPicPr>
        <p:blipFill>
          <a:blip r:embed="rId2">
            <a:extLst>
              <a:ext uri="{28A0092B-C50C-407E-A947-70E740481C1C}">
                <a14:useLocalDpi xmlns:a14="http://schemas.microsoft.com/office/drawing/2010/main" val="0"/>
              </a:ext>
            </a:extLst>
          </a:blip>
          <a:stretch>
            <a:fillRect/>
          </a:stretch>
        </p:blipFill>
        <p:spPr>
          <a:xfrm>
            <a:off x="574938" y="1676400"/>
            <a:ext cx="8228819" cy="4800600"/>
          </a:xfrm>
          <a:prstGeom prst="rect">
            <a:avLst/>
          </a:prstGeom>
        </p:spPr>
      </p:pic>
    </p:spTree>
    <p:extLst>
      <p:ext uri="{BB962C8B-B14F-4D97-AF65-F5344CB8AC3E}">
        <p14:creationId xmlns:p14="http://schemas.microsoft.com/office/powerpoint/2010/main" val="197212072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21E8C8-FA9D-2652-33D3-78B6A90B6EC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AB73CE1-0E13-7BBC-66D9-6CE954250DB8}"/>
              </a:ext>
            </a:extLst>
          </p:cNvPr>
          <p:cNvSpPr>
            <a:spLocks noGrp="1"/>
          </p:cNvSpPr>
          <p:nvPr>
            <p:ph type="title"/>
          </p:nvPr>
        </p:nvSpPr>
        <p:spPr/>
        <p:txBody>
          <a:bodyPr/>
          <a:lstStyle/>
          <a:p>
            <a:r>
              <a:rPr lang="en-US" b="1" u="sng" dirty="0"/>
              <a:t>Data Flow Diagram (DFDs)</a:t>
            </a:r>
          </a:p>
        </p:txBody>
      </p:sp>
      <p:sp>
        <p:nvSpPr>
          <p:cNvPr id="4" name="Slide Number Placeholder 3">
            <a:extLst>
              <a:ext uri="{FF2B5EF4-FFF2-40B4-BE49-F238E27FC236}">
                <a16:creationId xmlns:a16="http://schemas.microsoft.com/office/drawing/2014/main" id="{EE36A6D5-0004-18AB-D41A-47FEE765FC1C}"/>
              </a:ext>
            </a:extLst>
          </p:cNvPr>
          <p:cNvSpPr>
            <a:spLocks noGrp="1"/>
          </p:cNvSpPr>
          <p:nvPr>
            <p:ph type="sldNum" sz="quarter" idx="12"/>
          </p:nvPr>
        </p:nvSpPr>
        <p:spPr/>
        <p:txBody>
          <a:bodyPr>
            <a:normAutofit fontScale="85000" lnSpcReduction="20000"/>
          </a:bodyPr>
          <a:lstStyle/>
          <a:p>
            <a:fld id="{B6F15528-21DE-4FAA-801E-634DDDAF4B2B}" type="slidenum">
              <a:rPr lang="en-US" smtClean="0"/>
              <a:pPr/>
              <a:t>10</a:t>
            </a:fld>
            <a:endParaRPr lang="en-US"/>
          </a:p>
        </p:txBody>
      </p:sp>
      <p:pic>
        <p:nvPicPr>
          <p:cNvPr id="3" name="Content Placeholder 2">
            <a:extLst>
              <a:ext uri="{FF2B5EF4-FFF2-40B4-BE49-F238E27FC236}">
                <a16:creationId xmlns:a16="http://schemas.microsoft.com/office/drawing/2014/main" id="{661F5DA2-2DAF-9FD7-4EC9-EDFF0FF67F5E}"/>
              </a:ext>
            </a:extLst>
          </p:cNvPr>
          <p:cNvPicPr>
            <a:picLocks noGrp="1" noChangeAspect="1"/>
          </p:cNvPicPr>
          <p:nvPr>
            <p:ph sz="quarter" idx="1"/>
          </p:nvPr>
        </p:nvPicPr>
        <p:blipFill>
          <a:blip r:embed="rId2"/>
          <a:srcRect l="12258" t="7493" r="10073" b="60546"/>
          <a:stretch>
            <a:fillRect/>
          </a:stretch>
        </p:blipFill>
        <p:spPr>
          <a:xfrm>
            <a:off x="1447800" y="1510413"/>
            <a:ext cx="6248400" cy="2070987"/>
          </a:xfrm>
          <a:prstGeom prst="rect">
            <a:avLst/>
          </a:prstGeom>
        </p:spPr>
      </p:pic>
      <p:pic>
        <p:nvPicPr>
          <p:cNvPr id="6" name="Picture 5">
            <a:extLst>
              <a:ext uri="{FF2B5EF4-FFF2-40B4-BE49-F238E27FC236}">
                <a16:creationId xmlns:a16="http://schemas.microsoft.com/office/drawing/2014/main" id="{C5CF2261-7000-1CFA-D45D-226FC83F8CFA}"/>
              </a:ext>
            </a:extLst>
          </p:cNvPr>
          <p:cNvPicPr>
            <a:picLocks noChangeAspect="1"/>
          </p:cNvPicPr>
          <p:nvPr/>
        </p:nvPicPr>
        <p:blipFill>
          <a:blip r:embed="rId2"/>
          <a:srcRect l="12714" t="45654" r="11220" b="5221"/>
          <a:stretch>
            <a:fillRect/>
          </a:stretch>
        </p:blipFill>
        <p:spPr>
          <a:xfrm>
            <a:off x="1735394" y="3194116"/>
            <a:ext cx="5673211" cy="3663884"/>
          </a:xfrm>
          <a:prstGeom prst="rect">
            <a:avLst/>
          </a:prstGeom>
        </p:spPr>
      </p:pic>
    </p:spTree>
    <p:extLst>
      <p:ext uri="{BB962C8B-B14F-4D97-AF65-F5344CB8AC3E}">
        <p14:creationId xmlns:p14="http://schemas.microsoft.com/office/powerpoint/2010/main" val="356319341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69B6DB-56F2-633C-21F7-BEB2E65157A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B990CB1-69C4-A5C0-3756-8992E6634C8D}"/>
              </a:ext>
            </a:extLst>
          </p:cNvPr>
          <p:cNvSpPr>
            <a:spLocks noGrp="1"/>
          </p:cNvSpPr>
          <p:nvPr>
            <p:ph type="title"/>
          </p:nvPr>
        </p:nvSpPr>
        <p:spPr/>
        <p:txBody>
          <a:bodyPr/>
          <a:lstStyle/>
          <a:p>
            <a:r>
              <a:rPr lang="en-US" b="1" u="sng" dirty="0"/>
              <a:t>Process Methodology</a:t>
            </a:r>
          </a:p>
        </p:txBody>
      </p:sp>
      <p:sp>
        <p:nvSpPr>
          <p:cNvPr id="4" name="Slide Number Placeholder 3">
            <a:extLst>
              <a:ext uri="{FF2B5EF4-FFF2-40B4-BE49-F238E27FC236}">
                <a16:creationId xmlns:a16="http://schemas.microsoft.com/office/drawing/2014/main" id="{75C139A9-203A-0E63-A287-D1063090EA25}"/>
              </a:ext>
            </a:extLst>
          </p:cNvPr>
          <p:cNvSpPr>
            <a:spLocks noGrp="1"/>
          </p:cNvSpPr>
          <p:nvPr>
            <p:ph type="sldNum" sz="quarter" idx="12"/>
          </p:nvPr>
        </p:nvSpPr>
        <p:spPr/>
        <p:txBody>
          <a:bodyPr>
            <a:normAutofit fontScale="85000" lnSpcReduction="20000"/>
          </a:bodyPr>
          <a:lstStyle/>
          <a:p>
            <a:fld id="{B6F15528-21DE-4FAA-801E-634DDDAF4B2B}" type="slidenum">
              <a:rPr lang="en-US" smtClean="0"/>
              <a:pPr/>
              <a:t>11</a:t>
            </a:fld>
            <a:endParaRPr lang="en-US"/>
          </a:p>
        </p:txBody>
      </p:sp>
      <p:graphicFrame>
        <p:nvGraphicFramePr>
          <p:cNvPr id="11" name="Content Placeholder 10">
            <a:extLst>
              <a:ext uri="{FF2B5EF4-FFF2-40B4-BE49-F238E27FC236}">
                <a16:creationId xmlns:a16="http://schemas.microsoft.com/office/drawing/2014/main" id="{421C75A6-A892-8A8F-6BFE-E7ECC2CCD432}"/>
              </a:ext>
            </a:extLst>
          </p:cNvPr>
          <p:cNvGraphicFramePr>
            <a:graphicFrameLocks noGrp="1"/>
          </p:cNvGraphicFramePr>
          <p:nvPr>
            <p:ph sz="quarter" idx="1"/>
            <p:extLst>
              <p:ext uri="{D42A27DB-BD31-4B8C-83A1-F6EECF244321}">
                <p14:modId xmlns:p14="http://schemas.microsoft.com/office/powerpoint/2010/main" val="540457524"/>
              </p:ext>
            </p:extLst>
          </p:nvPr>
        </p:nvGraphicFramePr>
        <p:xfrm>
          <a:off x="612775" y="1600200"/>
          <a:ext cx="8153273" cy="51054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84749394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CF932F-5343-B528-FC1D-25872A904EE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F0267AF-883F-9A4B-A61F-DD7D819C6971}"/>
              </a:ext>
            </a:extLst>
          </p:cNvPr>
          <p:cNvSpPr>
            <a:spLocks noGrp="1"/>
          </p:cNvSpPr>
          <p:nvPr>
            <p:ph type="title"/>
          </p:nvPr>
        </p:nvSpPr>
        <p:spPr/>
        <p:txBody>
          <a:bodyPr/>
          <a:lstStyle/>
          <a:p>
            <a:r>
              <a:rPr lang="en-US" b="1" u="sng" dirty="0"/>
              <a:t>Model Architecture</a:t>
            </a:r>
          </a:p>
        </p:txBody>
      </p:sp>
      <p:sp>
        <p:nvSpPr>
          <p:cNvPr id="4" name="Slide Number Placeholder 3">
            <a:extLst>
              <a:ext uri="{FF2B5EF4-FFF2-40B4-BE49-F238E27FC236}">
                <a16:creationId xmlns:a16="http://schemas.microsoft.com/office/drawing/2014/main" id="{60379D5A-42FC-B405-F221-F8866F4B1F91}"/>
              </a:ext>
            </a:extLst>
          </p:cNvPr>
          <p:cNvSpPr>
            <a:spLocks noGrp="1"/>
          </p:cNvSpPr>
          <p:nvPr>
            <p:ph type="sldNum" sz="quarter" idx="12"/>
          </p:nvPr>
        </p:nvSpPr>
        <p:spPr/>
        <p:txBody>
          <a:bodyPr>
            <a:normAutofit fontScale="85000" lnSpcReduction="20000"/>
          </a:bodyPr>
          <a:lstStyle/>
          <a:p>
            <a:fld id="{B6F15528-21DE-4FAA-801E-634DDDAF4B2B}" type="slidenum">
              <a:rPr lang="en-US" smtClean="0"/>
              <a:pPr/>
              <a:t>12</a:t>
            </a:fld>
            <a:endParaRPr lang="en-US"/>
          </a:p>
        </p:txBody>
      </p:sp>
      <p:pic>
        <p:nvPicPr>
          <p:cNvPr id="10" name="Content Placeholder 9">
            <a:extLst>
              <a:ext uri="{FF2B5EF4-FFF2-40B4-BE49-F238E27FC236}">
                <a16:creationId xmlns:a16="http://schemas.microsoft.com/office/drawing/2014/main" id="{0D510DF7-5F14-FA9C-FBBB-82C5BCD31F6F}"/>
              </a:ext>
            </a:extLst>
          </p:cNvPr>
          <p:cNvPicPr>
            <a:picLocks noGrp="1" noChangeAspect="1"/>
          </p:cNvPicPr>
          <p:nvPr>
            <p:ph sz="quarter" idx="1"/>
          </p:nvPr>
        </p:nvPicPr>
        <p:blipFill>
          <a:blip r:embed="rId2">
            <a:extLst>
              <a:ext uri="{28A0092B-C50C-407E-A947-70E740481C1C}">
                <a14:useLocalDpi xmlns:a14="http://schemas.microsoft.com/office/drawing/2010/main" val="0"/>
              </a:ext>
            </a:extLst>
          </a:blip>
          <a:stretch>
            <a:fillRect/>
          </a:stretch>
        </p:blipFill>
        <p:spPr>
          <a:xfrm>
            <a:off x="1295400" y="1677922"/>
            <a:ext cx="6553200" cy="4953049"/>
          </a:xfrm>
          <a:prstGeom prst="rect">
            <a:avLst/>
          </a:prstGeom>
        </p:spPr>
      </p:pic>
    </p:spTree>
    <p:extLst>
      <p:ext uri="{BB962C8B-B14F-4D97-AF65-F5344CB8AC3E}">
        <p14:creationId xmlns:p14="http://schemas.microsoft.com/office/powerpoint/2010/main" val="341695273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DC46FC-3D6B-B585-A31A-27065DE99E9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A9A465C-AE9A-1E6D-C03A-93ED15577478}"/>
              </a:ext>
            </a:extLst>
          </p:cNvPr>
          <p:cNvSpPr>
            <a:spLocks noGrp="1"/>
          </p:cNvSpPr>
          <p:nvPr>
            <p:ph type="title"/>
          </p:nvPr>
        </p:nvSpPr>
        <p:spPr/>
        <p:txBody>
          <a:bodyPr/>
          <a:lstStyle/>
          <a:p>
            <a:r>
              <a:rPr lang="en-US" b="1" u="sng" dirty="0"/>
              <a:t>Work to be Done</a:t>
            </a:r>
          </a:p>
        </p:txBody>
      </p:sp>
      <p:sp>
        <p:nvSpPr>
          <p:cNvPr id="4" name="Slide Number Placeholder 3">
            <a:extLst>
              <a:ext uri="{FF2B5EF4-FFF2-40B4-BE49-F238E27FC236}">
                <a16:creationId xmlns:a16="http://schemas.microsoft.com/office/drawing/2014/main" id="{369C1A5E-4768-A7A9-6166-EE44F7396AE6}"/>
              </a:ext>
            </a:extLst>
          </p:cNvPr>
          <p:cNvSpPr>
            <a:spLocks noGrp="1"/>
          </p:cNvSpPr>
          <p:nvPr>
            <p:ph type="sldNum" sz="quarter" idx="12"/>
          </p:nvPr>
        </p:nvSpPr>
        <p:spPr/>
        <p:txBody>
          <a:bodyPr>
            <a:normAutofit fontScale="85000" lnSpcReduction="20000"/>
          </a:bodyPr>
          <a:lstStyle/>
          <a:p>
            <a:fld id="{B6F15528-21DE-4FAA-801E-634DDDAF4B2B}" type="slidenum">
              <a:rPr lang="en-US" smtClean="0"/>
              <a:pPr/>
              <a:t>13</a:t>
            </a:fld>
            <a:endParaRPr lang="en-US"/>
          </a:p>
        </p:txBody>
      </p:sp>
      <p:sp>
        <p:nvSpPr>
          <p:cNvPr id="5" name="Content Placeholder 4">
            <a:extLst>
              <a:ext uri="{FF2B5EF4-FFF2-40B4-BE49-F238E27FC236}">
                <a16:creationId xmlns:a16="http://schemas.microsoft.com/office/drawing/2014/main" id="{C67356A2-758C-C578-B741-9BBD319D7992}"/>
              </a:ext>
            </a:extLst>
          </p:cNvPr>
          <p:cNvSpPr>
            <a:spLocks noGrp="1"/>
          </p:cNvSpPr>
          <p:nvPr>
            <p:ph sz="quarter" idx="1"/>
          </p:nvPr>
        </p:nvSpPr>
        <p:spPr>
          <a:xfrm>
            <a:off x="612648" y="1600200"/>
            <a:ext cx="8153400" cy="5029200"/>
          </a:xfrm>
        </p:spPr>
        <p:txBody>
          <a:bodyPr>
            <a:normAutofit lnSpcReduction="10000"/>
          </a:bodyPr>
          <a:lstStyle/>
          <a:p>
            <a:r>
              <a:rPr lang="en-US" dirty="0"/>
              <a:t>Fixing Class Imbalance to improve minority class performance.</a:t>
            </a:r>
          </a:p>
          <a:p>
            <a:r>
              <a:rPr lang="en-US" dirty="0"/>
              <a:t>Increase training epochs &amp; optimize hyperparameters(</a:t>
            </a:r>
            <a:r>
              <a:rPr lang="en-US" dirty="0" err="1"/>
              <a:t>lr</a:t>
            </a:r>
            <a:r>
              <a:rPr lang="en-US" dirty="0"/>
              <a:t>, dropout, batch size) to achieve better convergence and higher accuracy.</a:t>
            </a:r>
          </a:p>
          <a:p>
            <a:r>
              <a:rPr lang="en-US" dirty="0"/>
              <a:t>Implement real-time facial emotion detection using OpenCV for webcam-based input and live predictions.</a:t>
            </a:r>
          </a:p>
          <a:p>
            <a:r>
              <a:rPr lang="en-US" dirty="0"/>
              <a:t>Explore transfer learning (</a:t>
            </a:r>
            <a:r>
              <a:rPr lang="en-US" dirty="0" err="1"/>
              <a:t>ResNet</a:t>
            </a:r>
            <a:r>
              <a:rPr lang="en-US" dirty="0"/>
              <a:t>) to enhance feature extraction and boost overall model accuracy. (optional)</a:t>
            </a:r>
            <a:endParaRPr lang="en-IN" dirty="0"/>
          </a:p>
        </p:txBody>
      </p:sp>
    </p:spTree>
    <p:extLst>
      <p:ext uri="{BB962C8B-B14F-4D97-AF65-F5344CB8AC3E}">
        <p14:creationId xmlns:p14="http://schemas.microsoft.com/office/powerpoint/2010/main" val="384026931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CFCA1F-AB28-D939-83D1-8FCBD6B5B53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EF7E54F-E40E-C643-CBBB-4604798BE011}"/>
              </a:ext>
            </a:extLst>
          </p:cNvPr>
          <p:cNvSpPr>
            <a:spLocks noGrp="1"/>
          </p:cNvSpPr>
          <p:nvPr>
            <p:ph type="title"/>
          </p:nvPr>
        </p:nvSpPr>
        <p:spPr/>
        <p:txBody>
          <a:bodyPr/>
          <a:lstStyle/>
          <a:p>
            <a:r>
              <a:rPr lang="en-US" b="1" u="sng"/>
              <a:t>Conclusion </a:t>
            </a:r>
            <a:endParaRPr lang="en-US" b="1" u="sng" dirty="0"/>
          </a:p>
        </p:txBody>
      </p:sp>
      <p:sp>
        <p:nvSpPr>
          <p:cNvPr id="4" name="Slide Number Placeholder 3">
            <a:extLst>
              <a:ext uri="{FF2B5EF4-FFF2-40B4-BE49-F238E27FC236}">
                <a16:creationId xmlns:a16="http://schemas.microsoft.com/office/drawing/2014/main" id="{E8A0B133-696C-F41D-4B40-0FC9015374FF}"/>
              </a:ext>
            </a:extLst>
          </p:cNvPr>
          <p:cNvSpPr>
            <a:spLocks noGrp="1"/>
          </p:cNvSpPr>
          <p:nvPr>
            <p:ph type="sldNum" sz="quarter" idx="12"/>
          </p:nvPr>
        </p:nvSpPr>
        <p:spPr/>
        <p:txBody>
          <a:bodyPr>
            <a:normAutofit fontScale="85000" lnSpcReduction="20000"/>
          </a:bodyPr>
          <a:lstStyle/>
          <a:p>
            <a:fld id="{B6F15528-21DE-4FAA-801E-634DDDAF4B2B}" type="slidenum">
              <a:rPr lang="en-US" smtClean="0"/>
              <a:pPr/>
              <a:t>14</a:t>
            </a:fld>
            <a:endParaRPr lang="en-US"/>
          </a:p>
        </p:txBody>
      </p:sp>
      <p:graphicFrame>
        <p:nvGraphicFramePr>
          <p:cNvPr id="3" name="Content Placeholder 2">
            <a:extLst>
              <a:ext uri="{FF2B5EF4-FFF2-40B4-BE49-F238E27FC236}">
                <a16:creationId xmlns:a16="http://schemas.microsoft.com/office/drawing/2014/main" id="{00E4928D-6D62-08A8-F8E1-7AEEBE7E814F}"/>
              </a:ext>
            </a:extLst>
          </p:cNvPr>
          <p:cNvGraphicFramePr>
            <a:graphicFrameLocks noGrp="1"/>
          </p:cNvGraphicFramePr>
          <p:nvPr>
            <p:ph sz="quarter" idx="1"/>
            <p:extLst>
              <p:ext uri="{D42A27DB-BD31-4B8C-83A1-F6EECF244321}">
                <p14:modId xmlns:p14="http://schemas.microsoft.com/office/powerpoint/2010/main" val="1059630716"/>
              </p:ext>
            </p:extLst>
          </p:nvPr>
        </p:nvGraphicFramePr>
        <p:xfrm>
          <a:off x="612775" y="1600200"/>
          <a:ext cx="8153400" cy="51054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25755353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D3288F-25E1-7F17-110C-153296585CC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20CB43F-0AE5-9658-5258-5417D67DB681}"/>
              </a:ext>
            </a:extLst>
          </p:cNvPr>
          <p:cNvSpPr>
            <a:spLocks noGrp="1"/>
          </p:cNvSpPr>
          <p:nvPr>
            <p:ph type="title"/>
          </p:nvPr>
        </p:nvSpPr>
        <p:spPr/>
        <p:txBody>
          <a:bodyPr/>
          <a:lstStyle/>
          <a:p>
            <a:r>
              <a:rPr lang="en-US" b="1" u="sng" dirty="0"/>
              <a:t>Image Classification</a:t>
            </a:r>
          </a:p>
        </p:txBody>
      </p:sp>
      <p:sp>
        <p:nvSpPr>
          <p:cNvPr id="4" name="Slide Number Placeholder 3">
            <a:extLst>
              <a:ext uri="{FF2B5EF4-FFF2-40B4-BE49-F238E27FC236}">
                <a16:creationId xmlns:a16="http://schemas.microsoft.com/office/drawing/2014/main" id="{78EE482C-8F5F-C93A-E3A6-CB93DD84CAF2}"/>
              </a:ext>
            </a:extLst>
          </p:cNvPr>
          <p:cNvSpPr>
            <a:spLocks noGrp="1"/>
          </p:cNvSpPr>
          <p:nvPr>
            <p:ph type="sldNum" sz="quarter" idx="12"/>
          </p:nvPr>
        </p:nvSpPr>
        <p:spPr/>
        <p:txBody>
          <a:bodyPr>
            <a:normAutofit fontScale="85000" lnSpcReduction="20000"/>
          </a:bodyPr>
          <a:lstStyle/>
          <a:p>
            <a:fld id="{B6F15528-21DE-4FAA-801E-634DDDAF4B2B}" type="slidenum">
              <a:rPr lang="en-US" smtClean="0"/>
              <a:pPr/>
              <a:t>15</a:t>
            </a:fld>
            <a:endParaRPr lang="en-US"/>
          </a:p>
        </p:txBody>
      </p:sp>
      <p:pic>
        <p:nvPicPr>
          <p:cNvPr id="7" name="Content Placeholder 6">
            <a:extLst>
              <a:ext uri="{FF2B5EF4-FFF2-40B4-BE49-F238E27FC236}">
                <a16:creationId xmlns:a16="http://schemas.microsoft.com/office/drawing/2014/main" id="{369C7122-E18E-1856-056C-D669A5ADC4A2}"/>
              </a:ext>
            </a:extLst>
          </p:cNvPr>
          <p:cNvPicPr>
            <a:picLocks noGrp="1" noChangeAspect="1"/>
          </p:cNvPicPr>
          <p:nvPr>
            <p:ph sz="quarter" idx="1"/>
          </p:nvPr>
        </p:nvPicPr>
        <p:blipFill>
          <a:blip r:embed="rId2">
            <a:extLst>
              <a:ext uri="{28A0092B-C50C-407E-A947-70E740481C1C}">
                <a14:useLocalDpi xmlns:a14="http://schemas.microsoft.com/office/drawing/2010/main" val="0"/>
              </a:ext>
            </a:extLst>
          </a:blip>
          <a:stretch>
            <a:fillRect/>
          </a:stretch>
        </p:blipFill>
        <p:spPr>
          <a:xfrm>
            <a:off x="612775" y="1828800"/>
            <a:ext cx="8153400" cy="4724400"/>
          </a:xfrm>
          <a:prstGeom prst="rect">
            <a:avLst/>
          </a:prstGeom>
        </p:spPr>
      </p:pic>
    </p:spTree>
    <p:extLst>
      <p:ext uri="{BB962C8B-B14F-4D97-AF65-F5344CB8AC3E}">
        <p14:creationId xmlns:p14="http://schemas.microsoft.com/office/powerpoint/2010/main" val="176752577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7D3FF6-B799-2BB1-8BD2-281B08C514C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149301E-46D4-6EE7-8ECF-30BDF780D5B1}"/>
              </a:ext>
            </a:extLst>
          </p:cNvPr>
          <p:cNvSpPr>
            <a:spLocks noGrp="1"/>
          </p:cNvSpPr>
          <p:nvPr>
            <p:ph type="title"/>
          </p:nvPr>
        </p:nvSpPr>
        <p:spPr/>
        <p:txBody>
          <a:bodyPr/>
          <a:lstStyle/>
          <a:p>
            <a:r>
              <a:rPr lang="en-US" b="1" u="sng" dirty="0"/>
              <a:t>Classification Result (till now)</a:t>
            </a:r>
          </a:p>
        </p:txBody>
      </p:sp>
      <p:sp>
        <p:nvSpPr>
          <p:cNvPr id="4" name="Slide Number Placeholder 3">
            <a:extLst>
              <a:ext uri="{FF2B5EF4-FFF2-40B4-BE49-F238E27FC236}">
                <a16:creationId xmlns:a16="http://schemas.microsoft.com/office/drawing/2014/main" id="{06AD63B6-1754-7C00-AD20-5F74361F01C9}"/>
              </a:ext>
            </a:extLst>
          </p:cNvPr>
          <p:cNvSpPr>
            <a:spLocks noGrp="1"/>
          </p:cNvSpPr>
          <p:nvPr>
            <p:ph type="sldNum" sz="quarter" idx="12"/>
          </p:nvPr>
        </p:nvSpPr>
        <p:spPr/>
        <p:txBody>
          <a:bodyPr>
            <a:normAutofit fontScale="85000" lnSpcReduction="20000"/>
          </a:bodyPr>
          <a:lstStyle/>
          <a:p>
            <a:fld id="{B6F15528-21DE-4FAA-801E-634DDDAF4B2B}" type="slidenum">
              <a:rPr lang="en-US" smtClean="0"/>
              <a:pPr/>
              <a:t>16</a:t>
            </a:fld>
            <a:endParaRPr lang="en-US"/>
          </a:p>
        </p:txBody>
      </p:sp>
      <p:pic>
        <p:nvPicPr>
          <p:cNvPr id="7" name="Content Placeholder 6">
            <a:extLst>
              <a:ext uri="{FF2B5EF4-FFF2-40B4-BE49-F238E27FC236}">
                <a16:creationId xmlns:a16="http://schemas.microsoft.com/office/drawing/2014/main" id="{FBE95CE6-DDA2-73F3-63B9-6D23938926AD}"/>
              </a:ext>
            </a:extLst>
          </p:cNvPr>
          <p:cNvPicPr>
            <a:picLocks noGrp="1" noChangeAspect="1"/>
          </p:cNvPicPr>
          <p:nvPr>
            <p:ph sz="quarter" idx="1"/>
          </p:nvPr>
        </p:nvPicPr>
        <p:blipFill>
          <a:blip r:embed="rId2">
            <a:extLst>
              <a:ext uri="{28A0092B-C50C-407E-A947-70E740481C1C}">
                <a14:useLocalDpi xmlns:a14="http://schemas.microsoft.com/office/drawing/2010/main" val="0"/>
              </a:ext>
            </a:extLst>
          </a:blip>
          <a:stretch>
            <a:fillRect/>
          </a:stretch>
        </p:blipFill>
        <p:spPr>
          <a:xfrm>
            <a:off x="1399451" y="1905000"/>
            <a:ext cx="6345097" cy="3733800"/>
          </a:xfrm>
          <a:prstGeom prst="rect">
            <a:avLst/>
          </a:prstGeom>
        </p:spPr>
      </p:pic>
    </p:spTree>
    <p:extLst>
      <p:ext uri="{BB962C8B-B14F-4D97-AF65-F5344CB8AC3E}">
        <p14:creationId xmlns:p14="http://schemas.microsoft.com/office/powerpoint/2010/main" val="234881216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634966-3CE3-942F-5B57-2744561091E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763F1BA-EB58-92E9-B365-4719151E37EE}"/>
              </a:ext>
            </a:extLst>
          </p:cNvPr>
          <p:cNvSpPr>
            <a:spLocks noGrp="1"/>
          </p:cNvSpPr>
          <p:nvPr>
            <p:ph type="title"/>
          </p:nvPr>
        </p:nvSpPr>
        <p:spPr/>
        <p:txBody>
          <a:bodyPr/>
          <a:lstStyle/>
          <a:p>
            <a:r>
              <a:rPr lang="en-US" b="1" u="sng" dirty="0"/>
              <a:t>Accuracy/ Loss Curve</a:t>
            </a:r>
          </a:p>
        </p:txBody>
      </p:sp>
      <p:sp>
        <p:nvSpPr>
          <p:cNvPr id="4" name="Slide Number Placeholder 3">
            <a:extLst>
              <a:ext uri="{FF2B5EF4-FFF2-40B4-BE49-F238E27FC236}">
                <a16:creationId xmlns:a16="http://schemas.microsoft.com/office/drawing/2014/main" id="{0F625D25-C860-AF26-A8C0-1C4BE8235682}"/>
              </a:ext>
            </a:extLst>
          </p:cNvPr>
          <p:cNvSpPr>
            <a:spLocks noGrp="1"/>
          </p:cNvSpPr>
          <p:nvPr>
            <p:ph type="sldNum" sz="quarter" idx="12"/>
          </p:nvPr>
        </p:nvSpPr>
        <p:spPr/>
        <p:txBody>
          <a:bodyPr>
            <a:normAutofit fontScale="85000" lnSpcReduction="20000"/>
          </a:bodyPr>
          <a:lstStyle/>
          <a:p>
            <a:fld id="{B6F15528-21DE-4FAA-801E-634DDDAF4B2B}" type="slidenum">
              <a:rPr lang="en-US" smtClean="0"/>
              <a:pPr/>
              <a:t>17</a:t>
            </a:fld>
            <a:endParaRPr lang="en-US"/>
          </a:p>
        </p:txBody>
      </p:sp>
      <p:pic>
        <p:nvPicPr>
          <p:cNvPr id="8" name="Content Placeholder 7">
            <a:extLst>
              <a:ext uri="{FF2B5EF4-FFF2-40B4-BE49-F238E27FC236}">
                <a16:creationId xmlns:a16="http://schemas.microsoft.com/office/drawing/2014/main" id="{F8DDE11D-927E-2F02-670A-9D52B7CE68DB}"/>
              </a:ext>
            </a:extLst>
          </p:cNvPr>
          <p:cNvPicPr>
            <a:picLocks noGrp="1" noChangeAspect="1"/>
          </p:cNvPicPr>
          <p:nvPr>
            <p:ph sz="quarter" idx="1"/>
          </p:nvPr>
        </p:nvPicPr>
        <p:blipFill>
          <a:blip r:embed="rId2">
            <a:extLst>
              <a:ext uri="{28A0092B-C50C-407E-A947-70E740481C1C}">
                <a14:useLocalDpi xmlns:a14="http://schemas.microsoft.com/office/drawing/2010/main" val="0"/>
              </a:ext>
            </a:extLst>
          </a:blip>
          <a:stretch>
            <a:fillRect/>
          </a:stretch>
        </p:blipFill>
        <p:spPr>
          <a:xfrm>
            <a:off x="19639" y="2286000"/>
            <a:ext cx="4488204" cy="3400754"/>
          </a:xfrm>
          <a:prstGeom prst="rect">
            <a:avLst/>
          </a:prstGeom>
        </p:spPr>
      </p:pic>
      <p:pic>
        <p:nvPicPr>
          <p:cNvPr id="10" name="Picture 9">
            <a:extLst>
              <a:ext uri="{FF2B5EF4-FFF2-40B4-BE49-F238E27FC236}">
                <a16:creationId xmlns:a16="http://schemas.microsoft.com/office/drawing/2014/main" id="{5E300529-C19B-65E9-AC90-57AD30BC0DF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532583" y="2293070"/>
            <a:ext cx="4611417" cy="3393684"/>
          </a:xfrm>
          <a:prstGeom prst="rect">
            <a:avLst/>
          </a:prstGeom>
        </p:spPr>
      </p:pic>
    </p:spTree>
    <p:extLst>
      <p:ext uri="{BB962C8B-B14F-4D97-AF65-F5344CB8AC3E}">
        <p14:creationId xmlns:p14="http://schemas.microsoft.com/office/powerpoint/2010/main" val="328184041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D1BC7E-AC0F-BD76-C674-0C1BFF913D1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19FE111-E726-C83E-D54E-9CE38A6E471A}"/>
              </a:ext>
            </a:extLst>
          </p:cNvPr>
          <p:cNvSpPr>
            <a:spLocks noGrp="1"/>
          </p:cNvSpPr>
          <p:nvPr>
            <p:ph type="title"/>
          </p:nvPr>
        </p:nvSpPr>
        <p:spPr/>
        <p:txBody>
          <a:bodyPr/>
          <a:lstStyle/>
          <a:p>
            <a:r>
              <a:rPr lang="en-US" b="1" u="sng" dirty="0"/>
              <a:t>Confusion Matrix</a:t>
            </a:r>
          </a:p>
        </p:txBody>
      </p:sp>
      <p:sp>
        <p:nvSpPr>
          <p:cNvPr id="4" name="Slide Number Placeholder 3">
            <a:extLst>
              <a:ext uri="{FF2B5EF4-FFF2-40B4-BE49-F238E27FC236}">
                <a16:creationId xmlns:a16="http://schemas.microsoft.com/office/drawing/2014/main" id="{50474F55-03DF-E195-6B7E-D1C1B3085EF2}"/>
              </a:ext>
            </a:extLst>
          </p:cNvPr>
          <p:cNvSpPr>
            <a:spLocks noGrp="1"/>
          </p:cNvSpPr>
          <p:nvPr>
            <p:ph type="sldNum" sz="quarter" idx="12"/>
          </p:nvPr>
        </p:nvSpPr>
        <p:spPr/>
        <p:txBody>
          <a:bodyPr>
            <a:normAutofit fontScale="85000" lnSpcReduction="20000"/>
          </a:bodyPr>
          <a:lstStyle/>
          <a:p>
            <a:fld id="{B6F15528-21DE-4FAA-801E-634DDDAF4B2B}" type="slidenum">
              <a:rPr lang="en-US" smtClean="0"/>
              <a:pPr/>
              <a:t>18</a:t>
            </a:fld>
            <a:endParaRPr lang="en-US"/>
          </a:p>
        </p:txBody>
      </p:sp>
      <p:pic>
        <p:nvPicPr>
          <p:cNvPr id="7" name="Content Placeholder 6">
            <a:extLst>
              <a:ext uri="{FF2B5EF4-FFF2-40B4-BE49-F238E27FC236}">
                <a16:creationId xmlns:a16="http://schemas.microsoft.com/office/drawing/2014/main" id="{3EE90D60-B22F-6D3A-464A-D6289F637A69}"/>
              </a:ext>
            </a:extLst>
          </p:cNvPr>
          <p:cNvPicPr>
            <a:picLocks noGrp="1" noChangeAspect="1"/>
          </p:cNvPicPr>
          <p:nvPr>
            <p:ph sz="quarter" idx="1"/>
          </p:nvPr>
        </p:nvPicPr>
        <p:blipFill>
          <a:blip r:embed="rId2">
            <a:extLst>
              <a:ext uri="{28A0092B-C50C-407E-A947-70E740481C1C}">
                <a14:useLocalDpi xmlns:a14="http://schemas.microsoft.com/office/drawing/2010/main" val="0"/>
              </a:ext>
            </a:extLst>
          </a:blip>
          <a:stretch>
            <a:fillRect/>
          </a:stretch>
        </p:blipFill>
        <p:spPr>
          <a:xfrm>
            <a:off x="972855" y="1642213"/>
            <a:ext cx="7198289" cy="4987187"/>
          </a:xfrm>
          <a:prstGeom prst="rect">
            <a:avLst/>
          </a:prstGeom>
        </p:spPr>
      </p:pic>
    </p:spTree>
    <p:extLst>
      <p:ext uri="{BB962C8B-B14F-4D97-AF65-F5344CB8AC3E}">
        <p14:creationId xmlns:p14="http://schemas.microsoft.com/office/powerpoint/2010/main" val="9072323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19B181-4163-06D5-C1AA-E0440C4608D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CACC4DF-C0E8-44DA-1EEF-702E7445D7E0}"/>
              </a:ext>
            </a:extLst>
          </p:cNvPr>
          <p:cNvSpPr>
            <a:spLocks noGrp="1"/>
          </p:cNvSpPr>
          <p:nvPr>
            <p:ph type="title"/>
          </p:nvPr>
        </p:nvSpPr>
        <p:spPr/>
        <p:txBody>
          <a:bodyPr/>
          <a:lstStyle/>
          <a:p>
            <a:r>
              <a:rPr lang="en-US" b="1" u="sng" dirty="0"/>
              <a:t>References</a:t>
            </a:r>
          </a:p>
        </p:txBody>
      </p:sp>
      <p:sp>
        <p:nvSpPr>
          <p:cNvPr id="4" name="Slide Number Placeholder 3">
            <a:extLst>
              <a:ext uri="{FF2B5EF4-FFF2-40B4-BE49-F238E27FC236}">
                <a16:creationId xmlns:a16="http://schemas.microsoft.com/office/drawing/2014/main" id="{B1616C71-8A0D-B803-BBCC-91E88BA48C92}"/>
              </a:ext>
            </a:extLst>
          </p:cNvPr>
          <p:cNvSpPr>
            <a:spLocks noGrp="1"/>
          </p:cNvSpPr>
          <p:nvPr>
            <p:ph type="sldNum" sz="quarter" idx="12"/>
          </p:nvPr>
        </p:nvSpPr>
        <p:spPr/>
        <p:txBody>
          <a:bodyPr>
            <a:normAutofit fontScale="85000" lnSpcReduction="20000"/>
          </a:bodyPr>
          <a:lstStyle/>
          <a:p>
            <a:fld id="{B6F15528-21DE-4FAA-801E-634DDDAF4B2B}" type="slidenum">
              <a:rPr lang="en-US" smtClean="0"/>
              <a:pPr/>
              <a:t>19</a:t>
            </a:fld>
            <a:endParaRPr lang="en-US"/>
          </a:p>
        </p:txBody>
      </p:sp>
      <p:sp>
        <p:nvSpPr>
          <p:cNvPr id="5" name="Content Placeholder 4">
            <a:extLst>
              <a:ext uri="{FF2B5EF4-FFF2-40B4-BE49-F238E27FC236}">
                <a16:creationId xmlns:a16="http://schemas.microsoft.com/office/drawing/2014/main" id="{BAB092B0-28B8-F18F-987C-ADC340102165}"/>
              </a:ext>
            </a:extLst>
          </p:cNvPr>
          <p:cNvSpPr>
            <a:spLocks noGrp="1"/>
          </p:cNvSpPr>
          <p:nvPr>
            <p:ph sz="quarter" idx="1"/>
          </p:nvPr>
        </p:nvSpPr>
        <p:spPr>
          <a:xfrm>
            <a:off x="612648" y="1600200"/>
            <a:ext cx="8153400" cy="5029200"/>
          </a:xfrm>
        </p:spPr>
        <p:txBody>
          <a:bodyPr>
            <a:normAutofit fontScale="62500" lnSpcReduction="20000"/>
          </a:bodyPr>
          <a:lstStyle/>
          <a:p>
            <a:r>
              <a:rPr lang="en-IN" dirty="0"/>
              <a:t>[1] I. Goodfellow, Y. Bengio and A. Courville, Deep Learning, MIT Press, 2016.</a:t>
            </a:r>
          </a:p>
          <a:p>
            <a:r>
              <a:rPr lang="en-IN" dirty="0"/>
              <a:t>[2] P. Ekman and W. V. Friesen, “Facial Action Coding System: A Technique for the Measurement of Facial Movement,” Consulting Psychologists Press, 1978.</a:t>
            </a:r>
          </a:p>
          <a:p>
            <a:r>
              <a:rPr lang="en-IN" dirty="0"/>
              <a:t>[3] I. J. Goodfellow et al., “Challenges in Representation Learning: A Report on Three Machine Learning Contests,” Neural Information Processing, 2013.</a:t>
            </a:r>
          </a:p>
          <a:p>
            <a:r>
              <a:rPr lang="en-IN" dirty="0"/>
              <a:t>[4] A. </a:t>
            </a:r>
            <a:r>
              <a:rPr lang="en-IN" dirty="0" err="1"/>
              <a:t>Mollahosseini</a:t>
            </a:r>
            <a:r>
              <a:rPr lang="en-IN" dirty="0"/>
              <a:t>, D. Chan and M. H. Mahoor, “Going Deeper in Facial Expression Recognition Using Deep Neural Networks,” IEEE Winter Conference on Applications of Computer Vision (WACV), 2016.</a:t>
            </a:r>
          </a:p>
          <a:p>
            <a:r>
              <a:rPr lang="en-IN" dirty="0"/>
              <a:t>[5] S. Li and W. Deng, “Deep Facial Expression Recognition: A Survey,” IEEE Transactions on Affective Computing, vol. 13, no. 3, pp. 1195–1215, 2022.</a:t>
            </a:r>
          </a:p>
          <a:p>
            <a:r>
              <a:rPr lang="en-IN" dirty="0"/>
              <a:t>[6] G. B. Huang et al., “</a:t>
            </a:r>
            <a:r>
              <a:rPr lang="en-IN" dirty="0" err="1"/>
              <a:t>Labeled</a:t>
            </a:r>
            <a:r>
              <a:rPr lang="en-IN" dirty="0"/>
              <a:t> Faces in the Wild: A Database for Studying Face Recognition,” University of Massachusetts, 2007.</a:t>
            </a:r>
          </a:p>
          <a:p>
            <a:r>
              <a:rPr lang="en-IN" dirty="0"/>
              <a:t>[7] I. Goodfellow et al., “Facial Expression Recognition Challenge (FER-2013),” Kaggle Dataset, 2013.</a:t>
            </a:r>
          </a:p>
          <a:p>
            <a:r>
              <a:rPr lang="en-IN" dirty="0"/>
              <a:t>[8] F. Chollet, “</a:t>
            </a:r>
            <a:r>
              <a:rPr lang="en-IN" dirty="0" err="1"/>
              <a:t>Keras</a:t>
            </a:r>
            <a:r>
              <a:rPr lang="en-IN" dirty="0"/>
              <a:t>: Deep Learning Library for Python,” 2015.</a:t>
            </a:r>
          </a:p>
          <a:p>
            <a:r>
              <a:rPr lang="en-IN" dirty="0"/>
              <a:t>[9] G. </a:t>
            </a:r>
            <a:r>
              <a:rPr lang="en-IN" dirty="0" err="1"/>
              <a:t>Bradski</a:t>
            </a:r>
            <a:r>
              <a:rPr lang="en-IN" dirty="0"/>
              <a:t>, “The OpenCV Library,” Dr. Dobb’s Journal of Software Tools, 2000.</a:t>
            </a:r>
          </a:p>
          <a:p>
            <a:r>
              <a:rPr lang="en-IN" dirty="0"/>
              <a:t>[10] K. He, X. Zhang, S. Ren and J. Sun, “Deep Residual Learning for Image Recognition,” IEEE CVPR, 2016.</a:t>
            </a:r>
          </a:p>
        </p:txBody>
      </p:sp>
    </p:spTree>
    <p:extLst>
      <p:ext uri="{BB962C8B-B14F-4D97-AF65-F5344CB8AC3E}">
        <p14:creationId xmlns:p14="http://schemas.microsoft.com/office/powerpoint/2010/main" val="353453162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p:cNvSpPr>
            <a:spLocks noGrp="1"/>
          </p:cNvSpPr>
          <p:nvPr>
            <p:ph type="body" idx="1"/>
          </p:nvPr>
        </p:nvSpPr>
        <p:spPr>
          <a:xfrm>
            <a:off x="1010443" y="3124200"/>
            <a:ext cx="7123113" cy="1673225"/>
          </a:xfrm>
        </p:spPr>
        <p:txBody>
          <a:bodyPr>
            <a:normAutofit/>
          </a:bodyPr>
          <a:lstStyle/>
          <a:p>
            <a:pPr algn="ctr"/>
            <a:r>
              <a:rPr lang="en-US" sz="6000" b="1" dirty="0">
                <a:solidFill>
                  <a:schemeClr val="tx1"/>
                </a:solidFill>
              </a:rPr>
              <a:t>Thank You</a:t>
            </a:r>
          </a:p>
        </p:txBody>
      </p:sp>
      <p:sp>
        <p:nvSpPr>
          <p:cNvPr id="4" name="Title 3"/>
          <p:cNvSpPr>
            <a:spLocks noGrp="1"/>
          </p:cNvSpPr>
          <p:nvPr>
            <p:ph type="title"/>
          </p:nvPr>
        </p:nvSpPr>
        <p:spPr/>
        <p:txBody>
          <a:bodyPr>
            <a:normAutofit fontScale="90000"/>
          </a:bodyPr>
          <a:lstStyle/>
          <a:p>
            <a:pPr algn="ctr"/>
            <a:r>
              <a:rPr lang="en-US" dirty="0"/>
              <a:t> Open for Questions &amp; Feedback.</a:t>
            </a:r>
          </a:p>
        </p:txBody>
      </p:sp>
      <p:pic>
        <p:nvPicPr>
          <p:cNvPr id="3074" name="Picture 2" descr="C:\Users\vipin.tyagi\Desktop\footer-img.png"/>
          <p:cNvPicPr>
            <a:picLocks noChangeAspect="1" noChangeArrowheads="1"/>
          </p:cNvPicPr>
          <p:nvPr/>
        </p:nvPicPr>
        <p:blipFill>
          <a:blip r:embed="rId2"/>
          <a:srcRect/>
          <a:stretch>
            <a:fillRect/>
          </a:stretch>
        </p:blipFill>
        <p:spPr bwMode="auto">
          <a:xfrm>
            <a:off x="3771900" y="4572000"/>
            <a:ext cx="1600200" cy="1906121"/>
          </a:xfrm>
          <a:prstGeom prst="rect">
            <a:avLst/>
          </a:prstGeom>
          <a:noFill/>
        </p:spPr>
      </p:pic>
      <p:sp>
        <p:nvSpPr>
          <p:cNvPr id="6" name="Slide Number Placeholder 5"/>
          <p:cNvSpPr>
            <a:spLocks noGrp="1"/>
          </p:cNvSpPr>
          <p:nvPr>
            <p:ph type="sldNum" sz="quarter" idx="11"/>
          </p:nvPr>
        </p:nvSpPr>
        <p:spPr/>
        <p:txBody>
          <a:bodyPr/>
          <a:lstStyle/>
          <a:p>
            <a:fld id="{B6F15528-21DE-4FAA-801E-634DDDAF4B2B}" type="slidenum">
              <a:rPr lang="en-US" smtClean="0"/>
              <a:pPr/>
              <a:t>20</a:t>
            </a:fld>
            <a:endParaRPr lang="en-US" dirty="0"/>
          </a:p>
        </p:txBody>
      </p:sp>
    </p:spTree>
  </p:cSld>
  <p:clrMapOvr>
    <a:masterClrMapping/>
  </p:clrMapOvr>
</p:sld>
</file>

<file path=ppt/theme/_rels/theme1.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image" Target="../media/image1.jpeg"/></Relationships>
</file>

<file path=ppt/theme/theme1.xml><?xml version="1.0" encoding="utf-8"?>
<a:theme xmlns:a="http://schemas.openxmlformats.org/drawingml/2006/main" name="Median">
  <a:themeElements>
    <a:clrScheme name="Median">
      <a:dk1>
        <a:sysClr val="windowText" lastClr="000000"/>
      </a:dk1>
      <a:lt1>
        <a:sysClr val="window" lastClr="FFFFFF"/>
      </a:lt1>
      <a:dk2>
        <a:srgbClr val="775F55"/>
      </a:dk2>
      <a:lt2>
        <a:srgbClr val="EBDDC3"/>
      </a:lt2>
      <a:accent1>
        <a:srgbClr val="94B6D2"/>
      </a:accent1>
      <a:accent2>
        <a:srgbClr val="DD8047"/>
      </a:accent2>
      <a:accent3>
        <a:srgbClr val="A5AB81"/>
      </a:accent3>
      <a:accent4>
        <a:srgbClr val="D8B25C"/>
      </a:accent4>
      <a:accent5>
        <a:srgbClr val="7BA79D"/>
      </a:accent5>
      <a:accent6>
        <a:srgbClr val="968C8C"/>
      </a:accent6>
      <a:hlink>
        <a:srgbClr val="F7B615"/>
      </a:hlink>
      <a:folHlink>
        <a:srgbClr val="704404"/>
      </a:folHlink>
    </a:clrScheme>
    <a:fontScheme name="Median">
      <a:majorFont>
        <a:latin typeface="Tw Cen MT"/>
        <a:ea typeface=""/>
        <a:cs typeface=""/>
        <a:font script="Grek" typeface="Calibri"/>
        <a:font script="Cyrl" typeface="Calibri"/>
        <a:font script="Jpan" typeface="HGPｺﾞｼｯｸE"/>
        <a:font script="Hang" typeface="HY얕은샘물M"/>
        <a:font script="Hans" typeface="华文仿宋"/>
        <a:font script="Hant" typeface="微軟正黑體"/>
        <a:font script="Arab" typeface="Arial"/>
        <a:font script="Hebr" typeface="Levenim MT"/>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majorFont>
      <a:minorFont>
        <a:latin typeface="Tw Cen MT"/>
        <a:ea typeface=""/>
        <a:cs typeface=""/>
        <a:font script="Grek" typeface="Calibri"/>
        <a:font script="Cyrl" typeface="Calibri"/>
        <a:font script="Jpan" typeface="HGPｺﾞｼｯｸE"/>
        <a:font script="Hang" typeface="HY얕은샘물M"/>
        <a:font script="Hans" typeface="华文仿宋"/>
        <a:font script="Hant" typeface="微軟正黑體"/>
        <a:font script="Arab" typeface="Arial"/>
        <a:font script="Hebr" typeface="Levenim MT"/>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minorFont>
    </a:fontScheme>
    <a:fmtScheme name="Median">
      <a:fillStyleLst>
        <a:solidFill>
          <a:schemeClr val="phClr"/>
        </a:solidFill>
        <a:solidFill>
          <a:schemeClr val="phClr">
            <a:tint val="50000"/>
          </a:schemeClr>
        </a:solidFill>
        <a:solidFill>
          <a:schemeClr val="phClr"/>
        </a:solidFill>
      </a:fillStyleLst>
      <a:lnStyleLst>
        <a:ln w="10000" cap="flat" cmpd="sng" algn="ctr">
          <a:solidFill>
            <a:schemeClr val="phClr"/>
          </a:solidFill>
          <a:prstDash val="solid"/>
        </a:ln>
        <a:ln w="19050" cap="flat" cmpd="sng" algn="ctr">
          <a:solidFill>
            <a:schemeClr val="phClr"/>
          </a:solidFill>
          <a:prstDash val="solid"/>
        </a:ln>
        <a:ln w="47625" cap="flat" cmpd="dbl" algn="ctr">
          <a:solidFill>
            <a:schemeClr val="phClr"/>
          </a:solidFill>
          <a:prstDash val="solid"/>
        </a:ln>
      </a:lnStyleLst>
      <a:effectStyleLst>
        <a:effectStyle>
          <a:effectLst>
            <a:outerShdw blurRad="38100" dist="30000" dir="5400000" rotWithShape="0">
              <a:srgbClr val="000000">
                <a:alpha val="45000"/>
              </a:srgbClr>
            </a:outerShdw>
          </a:effectLst>
        </a:effectStyle>
        <a:effectStyle>
          <a:effectLst>
            <a:outerShdw blurRad="38100" dist="30000" dir="5400000" rotWithShape="0">
              <a:srgbClr val="000000">
                <a:alpha val="45000"/>
              </a:srgbClr>
            </a:outerShdw>
          </a:effectLst>
        </a:effectStyle>
        <a:effectStyle>
          <a:effectLst>
            <a:outerShdw blurRad="38100" dist="25400" dir="5400000" rotWithShape="0">
              <a:srgbClr val="000000">
                <a:alpha val="35000"/>
              </a:srgbClr>
            </a:outerShdw>
          </a:effectLst>
          <a:scene3d>
            <a:camera prst="isometricTopDown" fov="0">
              <a:rot lat="0" lon="0" rev="0"/>
            </a:camera>
            <a:lightRig rig="balanced" dir="t">
              <a:rot lat="0" lon="0" rev="13800000"/>
            </a:lightRig>
          </a:scene3d>
          <a:sp3d extrusionH="12700" prstMaterial="plastic">
            <a:bevelT w="38100" h="25400" prst="softRound"/>
            <a:contourClr>
              <a:schemeClr val="phClr"/>
            </a:contourClr>
          </a:sp3d>
        </a:effectStyle>
      </a:effectStyleLst>
      <a:bgFillStyleLst>
        <a:solidFill>
          <a:schemeClr val="phClr"/>
        </a:solidFill>
        <a:blipFill>
          <a:blip xmlns:r="http://schemas.openxmlformats.org/officeDocument/2006/relationships" r:embed="rId1">
            <a:duotone>
              <a:schemeClr val="phClr">
                <a:shade val="90000"/>
                <a:satMod val="140000"/>
              </a:schemeClr>
              <a:schemeClr val="phClr">
                <a:satMod val="120000"/>
              </a:schemeClr>
            </a:duotone>
          </a:blip>
          <a:tile tx="0" ty="0" sx="100000" sy="100000" flip="none" algn="tl"/>
        </a:blipFill>
        <a:blipFill>
          <a:blip xmlns:r="http://schemas.openxmlformats.org/officeDocument/2006/relationships" r:embed="rId2">
            <a:duotone>
              <a:schemeClr val="phClr">
                <a:shade val="90000"/>
                <a:satMod val="140000"/>
              </a:schemeClr>
              <a:schemeClr val="phClr">
                <a:satMod val="120000"/>
              </a:schemeClr>
            </a:duotone>
          </a:blip>
          <a:tile tx="0" ty="0" sx="100000" sy="100000" flip="none" algn="tl"/>
        </a:blip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Median</Template>
  <TotalTime>388</TotalTime>
  <Words>1530</Words>
  <Application>Microsoft Office PowerPoint</Application>
  <PresentationFormat>On-screen Show (4:3)</PresentationFormat>
  <Paragraphs>172</Paragraphs>
  <Slides>20</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20</vt:i4>
      </vt:variant>
    </vt:vector>
  </HeadingPairs>
  <TitlesOfParts>
    <vt:vector size="26" baseType="lpstr">
      <vt:lpstr>Arial</vt:lpstr>
      <vt:lpstr>Calibri</vt:lpstr>
      <vt:lpstr>Tw Cen MT</vt:lpstr>
      <vt:lpstr>Wingdings</vt:lpstr>
      <vt:lpstr>Wingdings 2</vt:lpstr>
      <vt:lpstr>Median</vt:lpstr>
      <vt:lpstr>Facial Emotion Recognition System</vt:lpstr>
      <vt:lpstr>Introduction</vt:lpstr>
      <vt:lpstr>Problem Statement</vt:lpstr>
      <vt:lpstr>Literature Review</vt:lpstr>
      <vt:lpstr>Work Plan</vt:lpstr>
      <vt:lpstr>Work Done</vt:lpstr>
      <vt:lpstr>Dataset Details</vt:lpstr>
      <vt:lpstr>Visualizing Dataset</vt:lpstr>
      <vt:lpstr>Visualizing Sample Images</vt:lpstr>
      <vt:lpstr>Data Flow Diagram (DFDs)</vt:lpstr>
      <vt:lpstr>Process Methodology</vt:lpstr>
      <vt:lpstr>Model Architecture</vt:lpstr>
      <vt:lpstr>Work to be Done</vt:lpstr>
      <vt:lpstr>Conclusion </vt:lpstr>
      <vt:lpstr>Image Classification</vt:lpstr>
      <vt:lpstr>Classification Result (till now)</vt:lpstr>
      <vt:lpstr>Accuracy/ Loss Curve</vt:lpstr>
      <vt:lpstr>Confusion Matrix</vt:lpstr>
      <vt:lpstr>References</vt:lpstr>
      <vt:lpstr> Open for Questions &amp; Feedback.</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Project Name</dc:title>
  <dc:creator>vipin tyagi</dc:creator>
  <cp:lastModifiedBy>Apurv Singh</cp:lastModifiedBy>
  <cp:revision>6</cp:revision>
  <dcterms:created xsi:type="dcterms:W3CDTF">2006-08-16T00:00:00Z</dcterms:created>
  <dcterms:modified xsi:type="dcterms:W3CDTF">2026-04-30T05:10:39Z</dcterms:modified>
</cp:coreProperties>
</file>